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7" r:id="rId18"/>
    <p:sldId id="278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F00"/>
    <a:srgbClr val="FF6D00"/>
    <a:srgbClr val="00B7FF"/>
    <a:srgbClr val="00B1FF"/>
    <a:srgbClr val="F6C6AD"/>
    <a:srgbClr val="8DFB84"/>
    <a:srgbClr val="FF2161"/>
    <a:srgbClr val="00A0FF"/>
    <a:srgbClr val="00FF00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75F2F-BE6E-164B-A60E-3B5C057B4320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AE281-03FD-3A4F-965E-F02113FA1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22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AE281-03FD-3A4F-965E-F02113FA18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34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13652-C03E-16CE-BEF3-062F97F15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7FDAC-EAB4-254A-B848-484A5B03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C9CBE-D9ED-070D-26F3-B369CD997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2A410-4E04-DB53-7F45-EBE71A084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AE281-03FD-3A4F-965E-F02113FA18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98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65ADD-2F34-4D2A-9079-FAAA3A747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996E1-8B7A-231B-883D-14EC3AB27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16FA4-B944-B38C-3AD8-5B305BFB3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3E071-2794-C43D-825F-C3FA421B5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AE281-03FD-3A4F-965E-F02113FA18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6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7E505-6997-7388-1422-41ED97502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85D3C-0A74-E1F4-5F74-2677EF6A9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C2D8D-BA02-BFA2-33F4-AF7F329A4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F551A-5717-11A3-04DB-3DBD83666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AE281-03FD-3A4F-965E-F02113FA18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07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B61A6-C6A4-5609-2FB5-308DF4B15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B754F-3733-2E53-5986-E7FC98E7F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3DE42-3745-3166-9CC7-EE62EEE5A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E13F1-737E-6009-F64E-50689D475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AE281-03FD-3A4F-965E-F02113FA18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052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E033D-9D4F-D53C-2664-5B1F4C6E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EE6AA-F415-5958-8404-844F2366C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8471D-7ED5-1530-3AF1-37F002DE2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D4C58-641F-0DE4-12FF-E9E2AE51C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AE281-03FD-3A4F-965E-F02113FA18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18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B3A79-4110-4EF6-105F-117D479E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B6E73-3E70-C3B1-DE84-89FC23411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4FBF3-30BD-B6AA-B502-CD200B018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BDA78-8854-4F06-5A05-AA9EC0CAE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AE281-03FD-3A4F-965E-F02113FA18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2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8661F-AC7C-EC47-9307-808D88E0E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275AC-7B79-D0B3-9B59-053D552BD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B1569-0D2B-450D-4301-E44B86E7E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C5100-A4A7-16CA-C52A-C359DD379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AE281-03FD-3A4F-965E-F02113FA18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31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AE281-03FD-3A4F-965E-F02113FA18A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52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AE281-03FD-3A4F-965E-F02113FA18A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08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A35A6-97B2-F935-C9A9-18D84BFD1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C9F47-9BE2-9505-7927-E5B3EE280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99550-D909-FF84-6849-8224FE15F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4ED52-8B28-02FF-A7E8-766DE724A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AE281-03FD-3A4F-965E-F02113FA18A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00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79CD-EE7F-1C6B-C060-F934ACBE4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B1D1E-DFAE-7577-A1E4-DE59F5E0F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EDC13-16CD-7388-1D34-1A6C1CE13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C6171-C3AB-A40D-C915-110C4A0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AEAA5-9FCB-1739-8C06-0014CE0D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81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0E469-5CEF-3C00-00B3-86FD2E9D6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F2842-B7A0-5D81-1498-3DE1F3B18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BFF59-BDBC-01B4-937A-E8243613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1261F-36FA-559C-E8B9-0A89CAC24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4EA8F-867B-376E-5B67-81BB5658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44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E4828-0B51-B52C-DD05-9F2CD1478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1BC4A-4A5B-66FC-1FF1-09BE03DB3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18BFB-1E0F-7FA7-E367-AF8BCFF6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81AEB-7F4D-5809-9AD5-8A581591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60623-7AE4-AD1C-AF8D-F008330B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69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1CFFA-2AC0-5B9F-3E3D-1A0A00351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5247F-2B5D-3A80-D243-ED096D4C30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E0AAB-4B5D-32F7-4438-0D4D4D640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D3575-05CC-55CB-88C5-2FC7CE56B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E072E-7B99-5FD2-63BB-4DBF061E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A91CE-27A2-62A0-7491-4D772557F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94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45C45-4770-3D48-789E-D875CDF41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66B16-D930-6572-0992-BC9B80B0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F9C4C-89EB-8F81-9613-0144AE1DC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CD6CCD-51FA-DF1C-413C-1A8B85737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D940A2-E03B-FEA2-579A-F4DE4E14FF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4DDD46-EC42-A02F-3DA3-B7A9862FA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4232A2-DEF8-2BA8-4C10-097E49E00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58EDE7-A0A5-2293-D7BA-4825211D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17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BC2E-71BE-B149-B934-62EE9687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C2C52A-768A-0DAC-85A3-1E006DCB5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9489EB-2FA0-DECA-B131-6CBCDA84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1E347-3E85-9C77-D6E3-275892FD0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62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35F59E-5DBE-88DB-32A5-2F59112A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BD949-9A6C-F67D-C651-5536CC71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307BF-C07D-B19B-C5AB-1C9B2FD00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02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09093-E4BD-8CCC-77B2-CD03E4B0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72882-4F77-BF21-A3D7-FF2F610B2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9E2A7-0DCA-7C93-FECF-D112010D3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B162C-BA56-7CE4-4006-6C9983C5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62A15-04A3-19BE-D6E4-3EE5E6D77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6F6A5-82B6-61BD-78D7-14A2BEC0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33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4BEA-B8CF-A1AC-FFE6-28F592CB4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743BC0-C755-4BB1-7206-F06CC3A45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87093-4BCA-4E24-3115-1CADA4B9F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58E2B-67BF-03CE-1224-6DABD89D8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2AD06-0648-0AA3-DC4A-172063093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BB0F6-CFBF-A8D4-AF83-918B80A0F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31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5B81C-325A-352C-9EA5-A757B8E53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C18A7B-E0CE-6CCB-5C66-4C28F5ACF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180E3-0A9F-35D4-D1AD-1AB59A2B6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4F5CE-4D62-D52A-1C66-0316640A7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46B04-FAD8-0F9C-5BB7-F973AC9B3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0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AB961F-CE1B-5523-B63A-C480B145F7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BC743-91AA-A012-D860-EA71FC192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F09C7-63D1-FE0A-AD62-F22A1A7BF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23B-B53D-0141-A9A9-2E13110B7F3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29EF1-371B-CCAD-4086-7E2437370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3C3-8D37-28CD-0E5C-63966D48A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1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89DDCC-220F-7502-E94E-93A483029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80139-18BC-7095-EC53-E925A31C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F2499-0C2A-B928-ACEC-D36276CE48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AF23B-B53D-0141-A9A9-2E13110B7F3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FAABC-BDE4-2EF6-C6E6-8E90F1769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6C80-D7A5-42F9-6FE3-A083E73AA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18244A-65C9-1244-AA0B-27AA26F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07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emf"/><Relationship Id="rId7" Type="http://schemas.openxmlformats.org/officeDocument/2006/relationships/image" Target="../media/image1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emf"/><Relationship Id="rId11" Type="http://schemas.openxmlformats.org/officeDocument/2006/relationships/image" Target="../media/image22.emf"/><Relationship Id="rId5" Type="http://schemas.openxmlformats.org/officeDocument/2006/relationships/image" Target="../media/image16.emf"/><Relationship Id="rId10" Type="http://schemas.openxmlformats.org/officeDocument/2006/relationships/image" Target="../media/image21.emf"/><Relationship Id="rId4" Type="http://schemas.openxmlformats.org/officeDocument/2006/relationships/image" Target="../media/image15.emf"/><Relationship Id="rId9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31.emf"/><Relationship Id="rId3" Type="http://schemas.openxmlformats.org/officeDocument/2006/relationships/image" Target="../media/image14.emf"/><Relationship Id="rId7" Type="http://schemas.openxmlformats.org/officeDocument/2006/relationships/image" Target="../media/image18.emf"/><Relationship Id="rId12" Type="http://schemas.openxmlformats.org/officeDocument/2006/relationships/image" Target="../media/image26.svg"/><Relationship Id="rId17" Type="http://schemas.openxmlformats.org/officeDocument/2006/relationships/image" Target="../media/image30.emf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emf"/><Relationship Id="rId11" Type="http://schemas.openxmlformats.org/officeDocument/2006/relationships/image" Target="../media/image25.png"/><Relationship Id="rId5" Type="http://schemas.openxmlformats.org/officeDocument/2006/relationships/image" Target="../media/image16.emf"/><Relationship Id="rId15" Type="http://schemas.openxmlformats.org/officeDocument/2006/relationships/image" Target="../media/image28.emf"/><Relationship Id="rId10" Type="http://schemas.openxmlformats.org/officeDocument/2006/relationships/image" Target="../media/image21.emf"/><Relationship Id="rId19" Type="http://schemas.openxmlformats.org/officeDocument/2006/relationships/image" Target="../media/image32.emf"/><Relationship Id="rId4" Type="http://schemas.openxmlformats.org/officeDocument/2006/relationships/image" Target="../media/image15.emf"/><Relationship Id="rId9" Type="http://schemas.openxmlformats.org/officeDocument/2006/relationships/image" Target="../media/image20.svg"/><Relationship Id="rId14" Type="http://schemas.openxmlformats.org/officeDocument/2006/relationships/image" Target="../media/image2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emf"/><Relationship Id="rId7" Type="http://schemas.openxmlformats.org/officeDocument/2006/relationships/image" Target="../media/image38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image" Target="../media/image35.emf"/><Relationship Id="rId9" Type="http://schemas.openxmlformats.org/officeDocument/2006/relationships/image" Target="../media/image4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image" Target="../media/image41.emf"/><Relationship Id="rId7" Type="http://schemas.openxmlformats.org/officeDocument/2006/relationships/image" Target="../media/image40.sv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43.emf"/><Relationship Id="rId10" Type="http://schemas.openxmlformats.org/officeDocument/2006/relationships/image" Target="../media/image33.emf"/><Relationship Id="rId4" Type="http://schemas.openxmlformats.org/officeDocument/2006/relationships/image" Target="../media/image42.emf"/><Relationship Id="rId9" Type="http://schemas.openxmlformats.org/officeDocument/2006/relationships/image" Target="../media/image44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image" Target="../media/image35.emf"/><Relationship Id="rId7" Type="http://schemas.openxmlformats.org/officeDocument/2006/relationships/image" Target="../media/image33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9" Type="http://schemas.openxmlformats.org/officeDocument/2006/relationships/image" Target="../media/image38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image" Target="../media/image39.png"/><Relationship Id="rId7" Type="http://schemas.openxmlformats.org/officeDocument/2006/relationships/image" Target="../media/image33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5" Type="http://schemas.openxmlformats.org/officeDocument/2006/relationships/image" Target="../media/image37.emf"/><Relationship Id="rId4" Type="http://schemas.openxmlformats.org/officeDocument/2006/relationships/image" Target="../media/image4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image" Target="../media/image39.png"/><Relationship Id="rId7" Type="http://schemas.openxmlformats.org/officeDocument/2006/relationships/image" Target="../media/image38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5" Type="http://schemas.openxmlformats.org/officeDocument/2006/relationships/image" Target="../media/image37.emf"/><Relationship Id="rId4" Type="http://schemas.openxmlformats.org/officeDocument/2006/relationships/image" Target="../media/image40.svg"/><Relationship Id="rId9" Type="http://schemas.openxmlformats.org/officeDocument/2006/relationships/image" Target="../media/image3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image" Target="../media/image36.emf"/><Relationship Id="rId7" Type="http://schemas.openxmlformats.org/officeDocument/2006/relationships/image" Target="../media/image38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44.emf"/><Relationship Id="rId9" Type="http://schemas.openxmlformats.org/officeDocument/2006/relationships/image" Target="../media/image33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svg"/><Relationship Id="rId3" Type="http://schemas.openxmlformats.org/officeDocument/2006/relationships/image" Target="../media/image46.png"/><Relationship Id="rId7" Type="http://schemas.openxmlformats.org/officeDocument/2006/relationships/image" Target="../media/image50.svg"/><Relationship Id="rId12" Type="http://schemas.openxmlformats.org/officeDocument/2006/relationships/image" Target="../media/image55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svg"/><Relationship Id="rId5" Type="http://schemas.openxmlformats.org/officeDocument/2006/relationships/image" Target="../media/image48.emf"/><Relationship Id="rId15" Type="http://schemas.openxmlformats.org/officeDocument/2006/relationships/image" Target="../media/image58.emf"/><Relationship Id="rId10" Type="http://schemas.openxmlformats.org/officeDocument/2006/relationships/image" Target="../media/image53.png"/><Relationship Id="rId4" Type="http://schemas.openxmlformats.org/officeDocument/2006/relationships/image" Target="../media/image47.svg"/><Relationship Id="rId9" Type="http://schemas.openxmlformats.org/officeDocument/2006/relationships/image" Target="../media/image52.svg"/><Relationship Id="rId14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svg"/><Relationship Id="rId18" Type="http://schemas.openxmlformats.org/officeDocument/2006/relationships/image" Target="../media/image16.emf"/><Relationship Id="rId3" Type="http://schemas.openxmlformats.org/officeDocument/2006/relationships/image" Target="../media/image46.png"/><Relationship Id="rId21" Type="http://schemas.openxmlformats.org/officeDocument/2006/relationships/image" Target="../media/image19.png"/><Relationship Id="rId7" Type="http://schemas.openxmlformats.org/officeDocument/2006/relationships/image" Target="../media/image50.svg"/><Relationship Id="rId12" Type="http://schemas.openxmlformats.org/officeDocument/2006/relationships/image" Target="../media/image55.png"/><Relationship Id="rId17" Type="http://schemas.openxmlformats.org/officeDocument/2006/relationships/image" Target="../media/image15.emf"/><Relationship Id="rId2" Type="http://schemas.openxmlformats.org/officeDocument/2006/relationships/image" Target="../media/image45.emf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svg"/><Relationship Id="rId5" Type="http://schemas.openxmlformats.org/officeDocument/2006/relationships/image" Target="../media/image48.emf"/><Relationship Id="rId15" Type="http://schemas.openxmlformats.org/officeDocument/2006/relationships/image" Target="../media/image58.emf"/><Relationship Id="rId23" Type="http://schemas.openxmlformats.org/officeDocument/2006/relationships/image" Target="../media/image21.emf"/><Relationship Id="rId10" Type="http://schemas.openxmlformats.org/officeDocument/2006/relationships/image" Target="../media/image53.png"/><Relationship Id="rId19" Type="http://schemas.openxmlformats.org/officeDocument/2006/relationships/image" Target="../media/image17.emf"/><Relationship Id="rId4" Type="http://schemas.openxmlformats.org/officeDocument/2006/relationships/image" Target="../media/image47.svg"/><Relationship Id="rId9" Type="http://schemas.openxmlformats.org/officeDocument/2006/relationships/image" Target="../media/image52.svg"/><Relationship Id="rId14" Type="http://schemas.openxmlformats.org/officeDocument/2006/relationships/image" Target="../media/image57.png"/><Relationship Id="rId22" Type="http://schemas.openxmlformats.org/officeDocument/2006/relationships/image" Target="../media/image20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13" Type="http://schemas.openxmlformats.org/officeDocument/2006/relationships/image" Target="../media/image16.emf"/><Relationship Id="rId18" Type="http://schemas.openxmlformats.org/officeDocument/2006/relationships/image" Target="../media/image21.emf"/><Relationship Id="rId3" Type="http://schemas.openxmlformats.org/officeDocument/2006/relationships/image" Target="../media/image52.svg"/><Relationship Id="rId21" Type="http://schemas.openxmlformats.org/officeDocument/2006/relationships/image" Target="../media/image48.emf"/><Relationship Id="rId7" Type="http://schemas.openxmlformats.org/officeDocument/2006/relationships/image" Target="../media/image49.png"/><Relationship Id="rId12" Type="http://schemas.openxmlformats.org/officeDocument/2006/relationships/image" Target="../media/image15.emf"/><Relationship Id="rId17" Type="http://schemas.openxmlformats.org/officeDocument/2006/relationships/image" Target="../media/image20.svg"/><Relationship Id="rId2" Type="http://schemas.openxmlformats.org/officeDocument/2006/relationships/image" Target="../media/image51.png"/><Relationship Id="rId16" Type="http://schemas.openxmlformats.org/officeDocument/2006/relationships/image" Target="../media/image19.png"/><Relationship Id="rId20" Type="http://schemas.openxmlformats.org/officeDocument/2006/relationships/image" Target="../media/image4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14.emf"/><Relationship Id="rId5" Type="http://schemas.openxmlformats.org/officeDocument/2006/relationships/image" Target="../media/image56.svg"/><Relationship Id="rId15" Type="http://schemas.openxmlformats.org/officeDocument/2006/relationships/image" Target="../media/image18.emf"/><Relationship Id="rId10" Type="http://schemas.openxmlformats.org/officeDocument/2006/relationships/image" Target="../media/image54.svg"/><Relationship Id="rId19" Type="http://schemas.openxmlformats.org/officeDocument/2006/relationships/image" Target="../media/image32.emf"/><Relationship Id="rId4" Type="http://schemas.openxmlformats.org/officeDocument/2006/relationships/image" Target="../media/image55.png"/><Relationship Id="rId9" Type="http://schemas.openxmlformats.org/officeDocument/2006/relationships/image" Target="../media/image53.png"/><Relationship Id="rId14" Type="http://schemas.openxmlformats.org/officeDocument/2006/relationships/image" Target="../media/image17.emf"/><Relationship Id="rId22" Type="http://schemas.openxmlformats.org/officeDocument/2006/relationships/image" Target="../media/image58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6.png"/><Relationship Id="rId18" Type="http://schemas.openxmlformats.org/officeDocument/2006/relationships/image" Target="../media/image52.svg"/><Relationship Id="rId3" Type="http://schemas.openxmlformats.org/officeDocument/2006/relationships/image" Target="../media/image14.emf"/><Relationship Id="rId21" Type="http://schemas.openxmlformats.org/officeDocument/2006/relationships/image" Target="../media/image57.png"/><Relationship Id="rId7" Type="http://schemas.openxmlformats.org/officeDocument/2006/relationships/image" Target="../media/image18.emf"/><Relationship Id="rId12" Type="http://schemas.openxmlformats.org/officeDocument/2006/relationships/image" Target="../media/image54.sv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0.svg"/><Relationship Id="rId20" Type="http://schemas.openxmlformats.org/officeDocument/2006/relationships/image" Target="../media/image5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11" Type="http://schemas.openxmlformats.org/officeDocument/2006/relationships/image" Target="../media/image53.png"/><Relationship Id="rId5" Type="http://schemas.openxmlformats.org/officeDocument/2006/relationships/image" Target="../media/image16.emf"/><Relationship Id="rId15" Type="http://schemas.openxmlformats.org/officeDocument/2006/relationships/image" Target="../media/image49.png"/><Relationship Id="rId10" Type="http://schemas.openxmlformats.org/officeDocument/2006/relationships/image" Target="../media/image21.emf"/><Relationship Id="rId19" Type="http://schemas.openxmlformats.org/officeDocument/2006/relationships/image" Target="../media/image55.png"/><Relationship Id="rId4" Type="http://schemas.openxmlformats.org/officeDocument/2006/relationships/image" Target="../media/image15.emf"/><Relationship Id="rId9" Type="http://schemas.openxmlformats.org/officeDocument/2006/relationships/image" Target="../media/image20.svg"/><Relationship Id="rId14" Type="http://schemas.openxmlformats.org/officeDocument/2006/relationships/image" Target="../media/image4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emf"/><Relationship Id="rId5" Type="http://schemas.openxmlformats.org/officeDocument/2006/relationships/image" Target="../media/image60.emf"/><Relationship Id="rId4" Type="http://schemas.openxmlformats.org/officeDocument/2006/relationships/image" Target="../media/image4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2B4FD4-CC2C-9CA1-AF4C-247FF8A157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58" t="10070" r="13158" b="10070"/>
          <a:stretch/>
        </p:blipFill>
        <p:spPr>
          <a:xfrm>
            <a:off x="3187715" y="1488734"/>
            <a:ext cx="5816570" cy="388053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8FD9A6B-5EF0-2477-3A92-F4F0B7F836B5}"/>
              </a:ext>
            </a:extLst>
          </p:cNvPr>
          <p:cNvSpPr/>
          <p:nvPr/>
        </p:nvSpPr>
        <p:spPr>
          <a:xfrm>
            <a:off x="3217943" y="4972523"/>
            <a:ext cx="324952" cy="3249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FBA8C3-3229-C639-637C-D6412100E082}"/>
              </a:ext>
            </a:extLst>
          </p:cNvPr>
          <p:cNvSpPr/>
          <p:nvPr/>
        </p:nvSpPr>
        <p:spPr>
          <a:xfrm>
            <a:off x="4005134" y="4972523"/>
            <a:ext cx="324952" cy="3249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B0A1982-5B1A-9DED-C468-1CB90FF94D15}"/>
              </a:ext>
            </a:extLst>
          </p:cNvPr>
          <p:cNvSpPr/>
          <p:nvPr/>
        </p:nvSpPr>
        <p:spPr>
          <a:xfrm>
            <a:off x="3217943" y="4484465"/>
            <a:ext cx="324952" cy="3249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59E77A-3938-BA20-EB5B-4DC0EA60B60F}"/>
              </a:ext>
            </a:extLst>
          </p:cNvPr>
          <p:cNvSpPr/>
          <p:nvPr/>
        </p:nvSpPr>
        <p:spPr>
          <a:xfrm>
            <a:off x="4005134" y="2959205"/>
            <a:ext cx="324952" cy="3249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C1E468-D612-35A8-9A05-50AF9868336B}"/>
              </a:ext>
            </a:extLst>
          </p:cNvPr>
          <p:cNvSpPr/>
          <p:nvPr/>
        </p:nvSpPr>
        <p:spPr>
          <a:xfrm>
            <a:off x="7104774" y="3973106"/>
            <a:ext cx="324952" cy="32495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85DEB75-F407-0AEC-EE43-6C47B5A90E81}"/>
              </a:ext>
            </a:extLst>
          </p:cNvPr>
          <p:cNvSpPr/>
          <p:nvPr/>
        </p:nvSpPr>
        <p:spPr>
          <a:xfrm>
            <a:off x="7876850" y="3472453"/>
            <a:ext cx="324952" cy="32495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46B9A3-57A8-17C4-BCF3-AE4D65176E57}"/>
              </a:ext>
            </a:extLst>
          </p:cNvPr>
          <p:cNvSpPr/>
          <p:nvPr/>
        </p:nvSpPr>
        <p:spPr>
          <a:xfrm>
            <a:off x="4743024" y="4972523"/>
            <a:ext cx="324952" cy="3249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4EFD2-5CD6-72E4-C616-9C6D4A2286B6}"/>
              </a:ext>
            </a:extLst>
          </p:cNvPr>
          <p:cNvSpPr/>
          <p:nvPr/>
        </p:nvSpPr>
        <p:spPr>
          <a:xfrm>
            <a:off x="5557022" y="4972523"/>
            <a:ext cx="324952" cy="3249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F00CA0E-8C59-4388-020A-DEF9221E8F6C}"/>
              </a:ext>
            </a:extLst>
          </p:cNvPr>
          <p:cNvSpPr/>
          <p:nvPr/>
        </p:nvSpPr>
        <p:spPr>
          <a:xfrm>
            <a:off x="4743024" y="4484465"/>
            <a:ext cx="324952" cy="3249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788A54D-2B18-8B8E-4DA4-DC1807FA6ADA}"/>
              </a:ext>
            </a:extLst>
          </p:cNvPr>
          <p:cNvSpPr/>
          <p:nvPr/>
        </p:nvSpPr>
        <p:spPr>
          <a:xfrm>
            <a:off x="5557022" y="2959205"/>
            <a:ext cx="324952" cy="3249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BCCB05D-D2B1-8161-4F71-7E586ECBF111}"/>
              </a:ext>
            </a:extLst>
          </p:cNvPr>
          <p:cNvSpPr/>
          <p:nvPr/>
        </p:nvSpPr>
        <p:spPr>
          <a:xfrm>
            <a:off x="5557022" y="3973106"/>
            <a:ext cx="324952" cy="32495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517560C-F74F-9EF0-C7E9-54283160D30F}"/>
              </a:ext>
            </a:extLst>
          </p:cNvPr>
          <p:cNvSpPr/>
          <p:nvPr/>
        </p:nvSpPr>
        <p:spPr>
          <a:xfrm>
            <a:off x="6329098" y="3472453"/>
            <a:ext cx="324952" cy="32495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035934D-9277-21B1-6A5B-2A6EFAFF01AF}"/>
              </a:ext>
            </a:extLst>
          </p:cNvPr>
          <p:cNvSpPr/>
          <p:nvPr/>
        </p:nvSpPr>
        <p:spPr>
          <a:xfrm>
            <a:off x="9099828" y="1736226"/>
            <a:ext cx="324952" cy="3249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AC334B-B030-E58E-64F6-C3E40EDE0E5E}"/>
              </a:ext>
            </a:extLst>
          </p:cNvPr>
          <p:cNvSpPr/>
          <p:nvPr/>
        </p:nvSpPr>
        <p:spPr>
          <a:xfrm>
            <a:off x="9099828" y="2318117"/>
            <a:ext cx="324952" cy="3249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9401FFA-FE7B-AD3D-762D-47E82234F59E}"/>
              </a:ext>
            </a:extLst>
          </p:cNvPr>
          <p:cNvSpPr/>
          <p:nvPr/>
        </p:nvSpPr>
        <p:spPr>
          <a:xfrm>
            <a:off x="9099828" y="2900008"/>
            <a:ext cx="324952" cy="32495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2D3C4BB-EBA4-AF2B-BAC6-A0ED4C479D0C}"/>
              </a:ext>
            </a:extLst>
          </p:cNvPr>
          <p:cNvSpPr/>
          <p:nvPr/>
        </p:nvSpPr>
        <p:spPr>
          <a:xfrm>
            <a:off x="9099828" y="3470565"/>
            <a:ext cx="324952" cy="32495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371DAB6-D258-3DBE-4695-A4833FB71A61}"/>
                  </a:ext>
                </a:extLst>
              </p:cNvPr>
              <p:cNvSpPr txBox="1"/>
              <p:nvPr/>
            </p:nvSpPr>
            <p:spPr>
              <a:xfrm>
                <a:off x="9520323" y="1683258"/>
                <a:ext cx="900631" cy="472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𝒵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(0,0)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371DAB6-D258-3DBE-4695-A4833FB71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0323" y="1683258"/>
                <a:ext cx="900631" cy="472373"/>
              </a:xfrm>
              <a:prstGeom prst="rect">
                <a:avLst/>
              </a:prstGeom>
              <a:blipFill>
                <a:blip r:embed="rId3"/>
                <a:stretch>
                  <a:fillRect l="-8333" r="-833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815ACE-ED74-D024-2E34-DAAA948DD4A5}"/>
                  </a:ext>
                </a:extLst>
              </p:cNvPr>
              <p:cNvSpPr txBox="1"/>
              <p:nvPr/>
            </p:nvSpPr>
            <p:spPr>
              <a:xfrm>
                <a:off x="9520323" y="2265149"/>
                <a:ext cx="936090" cy="472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𝒵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(2,0)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815ACE-ED74-D024-2E34-DAAA948DD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0323" y="2265149"/>
                <a:ext cx="936090" cy="472373"/>
              </a:xfrm>
              <a:prstGeom prst="rect">
                <a:avLst/>
              </a:prstGeom>
              <a:blipFill>
                <a:blip r:embed="rId4"/>
                <a:stretch>
                  <a:fillRect l="-6667" r="-533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8C50FE-3882-3D97-5F68-80BF370D3DD5}"/>
                  </a:ext>
                </a:extLst>
              </p:cNvPr>
              <p:cNvSpPr txBox="1"/>
              <p:nvPr/>
            </p:nvSpPr>
            <p:spPr>
              <a:xfrm>
                <a:off x="9520323" y="2826297"/>
                <a:ext cx="936089" cy="472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𝒳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(0,0)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8C50FE-3882-3D97-5F68-80BF370D3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0323" y="2826297"/>
                <a:ext cx="936089" cy="472373"/>
              </a:xfrm>
              <a:prstGeom prst="rect">
                <a:avLst/>
              </a:prstGeom>
              <a:blipFill>
                <a:blip r:embed="rId5"/>
                <a:stretch>
                  <a:fillRect l="-8000" r="-6667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335DB9A-4E8B-62AE-A08F-1D0015581742}"/>
                  </a:ext>
                </a:extLst>
              </p:cNvPr>
              <p:cNvSpPr txBox="1"/>
              <p:nvPr/>
            </p:nvSpPr>
            <p:spPr>
              <a:xfrm>
                <a:off x="9555782" y="3396854"/>
                <a:ext cx="936089" cy="472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𝒳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(2,0)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335DB9A-4E8B-62AE-A08F-1D0015581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5782" y="3396854"/>
                <a:ext cx="936089" cy="472373"/>
              </a:xfrm>
              <a:prstGeom prst="rect">
                <a:avLst/>
              </a:prstGeom>
              <a:blipFill>
                <a:blip r:embed="rId6"/>
                <a:stretch>
                  <a:fillRect l="-9333" r="-6667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C7B67D4-9C5A-81C9-5D3D-6D0EF9F72AD7}"/>
              </a:ext>
            </a:extLst>
          </p:cNvPr>
          <p:cNvCxnSpPr/>
          <p:nvPr/>
        </p:nvCxnSpPr>
        <p:spPr>
          <a:xfrm>
            <a:off x="4167610" y="2826297"/>
            <a:ext cx="1551888" cy="0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5130021-82AD-33D9-7BEE-74DB64934666}"/>
              </a:ext>
            </a:extLst>
          </p:cNvPr>
          <p:cNvCxnSpPr/>
          <p:nvPr/>
        </p:nvCxnSpPr>
        <p:spPr>
          <a:xfrm>
            <a:off x="6491574" y="3298670"/>
            <a:ext cx="1551888" cy="0"/>
          </a:xfrm>
          <a:prstGeom prst="straightConnector1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408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D34B1-B219-D0A8-41C0-900AC0DDE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B5E193A4-8071-2B67-A573-3E9EBFAAD67C}"/>
              </a:ext>
            </a:extLst>
          </p:cNvPr>
          <p:cNvSpPr/>
          <p:nvPr/>
        </p:nvSpPr>
        <p:spPr>
          <a:xfrm rot="17867195">
            <a:off x="2762502" y="745478"/>
            <a:ext cx="4346256" cy="6808154"/>
          </a:xfrm>
          <a:prstGeom prst="ellipse">
            <a:avLst/>
          </a:prstGeom>
          <a:solidFill>
            <a:schemeClr val="tx1">
              <a:lumMod val="65000"/>
              <a:lumOff val="35000"/>
              <a:alpha val="25098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31B57B5-0E13-8794-0B71-A4394BDF06B5}"/>
              </a:ext>
            </a:extLst>
          </p:cNvPr>
          <p:cNvSpPr/>
          <p:nvPr/>
        </p:nvSpPr>
        <p:spPr>
          <a:xfrm>
            <a:off x="3934354" y="255352"/>
            <a:ext cx="4346256" cy="6384297"/>
          </a:xfrm>
          <a:prstGeom prst="ellipse">
            <a:avLst/>
          </a:prstGeom>
          <a:solidFill>
            <a:srgbClr val="FF00C4">
              <a:alpha val="25098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C2C123D-D2AB-FFB6-E5C2-1244D0ACC3E9}"/>
              </a:ext>
            </a:extLst>
          </p:cNvPr>
          <p:cNvSpPr/>
          <p:nvPr/>
        </p:nvSpPr>
        <p:spPr>
          <a:xfrm rot="3783165">
            <a:off x="5132760" y="788204"/>
            <a:ext cx="4247220" cy="6808154"/>
          </a:xfrm>
          <a:prstGeom prst="ellipse">
            <a:avLst/>
          </a:prstGeom>
          <a:solidFill>
            <a:srgbClr val="92D050">
              <a:alpha val="25098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AA57DC3-A2B2-3904-05D4-4244DED2F7E6}"/>
              </a:ext>
            </a:extLst>
          </p:cNvPr>
          <p:cNvSpPr/>
          <p:nvPr/>
        </p:nvSpPr>
        <p:spPr>
          <a:xfrm rot="19819523">
            <a:off x="4588911" y="3492806"/>
            <a:ext cx="2165723" cy="3265756"/>
          </a:xfrm>
          <a:prstGeom prst="ellipse">
            <a:avLst/>
          </a:prstGeom>
          <a:solidFill>
            <a:srgbClr val="EDE600">
              <a:alpha val="6117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CB78910-D87C-AA51-DD98-04272E97E6C4}"/>
              </a:ext>
            </a:extLst>
          </p:cNvPr>
          <p:cNvGrpSpPr/>
          <p:nvPr/>
        </p:nvGrpSpPr>
        <p:grpSpPr>
          <a:xfrm>
            <a:off x="8631216" y="3032594"/>
            <a:ext cx="1455291" cy="463338"/>
            <a:chOff x="8475243" y="1587948"/>
            <a:chExt cx="2387600" cy="760168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EB3E85B0-CD31-C8BC-D3B0-1CD95D93B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75243" y="1587948"/>
              <a:ext cx="2387600" cy="431800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44C0E76-8FB5-2ED8-4A5C-194814AE9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46743" y="2017916"/>
              <a:ext cx="1244600" cy="3302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39D0B91-1C40-62B0-C706-203CE5CA1EEF}"/>
              </a:ext>
            </a:extLst>
          </p:cNvPr>
          <p:cNvGrpSpPr/>
          <p:nvPr/>
        </p:nvGrpSpPr>
        <p:grpSpPr>
          <a:xfrm>
            <a:off x="5437881" y="916541"/>
            <a:ext cx="1299543" cy="457232"/>
            <a:chOff x="6751969" y="587229"/>
            <a:chExt cx="2120900" cy="746219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F5FE2C71-A8D6-3105-34D5-62689E680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51969" y="587229"/>
              <a:ext cx="2120900" cy="43180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64458110-BBB2-779E-1E16-5EBD5EEAC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90119" y="1003248"/>
              <a:ext cx="1244600" cy="330200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EF8723B-A65B-56B3-8544-1DDD652503D1}"/>
              </a:ext>
            </a:extLst>
          </p:cNvPr>
          <p:cNvGrpSpPr/>
          <p:nvPr/>
        </p:nvGrpSpPr>
        <p:grpSpPr>
          <a:xfrm>
            <a:off x="4712353" y="4019668"/>
            <a:ext cx="745935" cy="393135"/>
            <a:chOff x="9703145" y="1158575"/>
            <a:chExt cx="1473200" cy="776432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1C39AE45-13D6-242A-811F-6933D0038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03145" y="1158575"/>
              <a:ext cx="1473200" cy="330200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86818FB6-4F4B-5CE2-CB72-32FC20E7D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30145" y="1579407"/>
              <a:ext cx="1219200" cy="355600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2EF24A0-9FEC-0176-F924-570BC3C427B4}"/>
              </a:ext>
            </a:extLst>
          </p:cNvPr>
          <p:cNvGrpSpPr/>
          <p:nvPr/>
        </p:nvGrpSpPr>
        <p:grpSpPr>
          <a:xfrm>
            <a:off x="1899460" y="2762883"/>
            <a:ext cx="1889117" cy="539421"/>
            <a:chOff x="8155885" y="5907351"/>
            <a:chExt cx="2222733" cy="634682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DA38B564-3091-DDBF-B151-32C3B7FEA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13365" y="5907351"/>
              <a:ext cx="1907771" cy="305963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AC03FD50-A7BD-50FF-2148-33216EFAC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55885" y="6209073"/>
              <a:ext cx="2222733" cy="332960"/>
            </a:xfrm>
            <a:prstGeom prst="rect">
              <a:avLst/>
            </a:prstGeom>
          </p:spPr>
        </p:pic>
      </p:grpSp>
      <p:sp>
        <p:nvSpPr>
          <p:cNvPr id="84" name="Oval 83">
            <a:extLst>
              <a:ext uri="{FF2B5EF4-FFF2-40B4-BE49-F238E27FC236}">
                <a16:creationId xmlns:a16="http://schemas.microsoft.com/office/drawing/2014/main" id="{99E3EFA1-DF52-89BC-88F9-C2556B621282}"/>
              </a:ext>
            </a:extLst>
          </p:cNvPr>
          <p:cNvSpPr/>
          <p:nvPr/>
        </p:nvSpPr>
        <p:spPr>
          <a:xfrm rot="1478182">
            <a:off x="5618315" y="2403279"/>
            <a:ext cx="2192644" cy="4381837"/>
          </a:xfrm>
          <a:prstGeom prst="ellipse">
            <a:avLst/>
          </a:prstGeom>
          <a:solidFill>
            <a:srgbClr val="00FFFE">
              <a:alpha val="4117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18DFD8D-B3F1-65D3-449B-58A88B627E80}"/>
              </a:ext>
            </a:extLst>
          </p:cNvPr>
          <p:cNvGrpSpPr/>
          <p:nvPr/>
        </p:nvGrpSpPr>
        <p:grpSpPr>
          <a:xfrm>
            <a:off x="6623174" y="3667182"/>
            <a:ext cx="779697" cy="359444"/>
            <a:chOff x="9736344" y="2630951"/>
            <a:chExt cx="1524000" cy="702571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2C29364A-FF79-8CE6-69F2-50BD95F02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736344" y="2630951"/>
              <a:ext cx="1524000" cy="342900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8CA5E11D-573E-3DBC-A4FB-3A03425FE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876044" y="3003322"/>
              <a:ext cx="1244600" cy="330200"/>
            </a:xfrm>
            <a:prstGeom prst="rect">
              <a:avLst/>
            </a:prstGeom>
          </p:spPr>
        </p:pic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BEF1502C-CB29-6CC4-17A5-2E0A4A9691A5}"/>
              </a:ext>
            </a:extLst>
          </p:cNvPr>
          <p:cNvSpPr/>
          <p:nvPr/>
        </p:nvSpPr>
        <p:spPr>
          <a:xfrm>
            <a:off x="5418383" y="4725391"/>
            <a:ext cx="1424601" cy="1916190"/>
          </a:xfrm>
          <a:prstGeom prst="ellipse">
            <a:avLst/>
          </a:prstGeom>
          <a:solidFill>
            <a:srgbClr val="FF7B8D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B1B75CD-9633-64C9-75D6-B0768D5E0E72}"/>
              </a:ext>
            </a:extLst>
          </p:cNvPr>
          <p:cNvGrpSpPr/>
          <p:nvPr/>
        </p:nvGrpSpPr>
        <p:grpSpPr>
          <a:xfrm>
            <a:off x="5767861" y="5020564"/>
            <a:ext cx="754231" cy="374522"/>
            <a:chOff x="10143272" y="4468124"/>
            <a:chExt cx="1524000" cy="756759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FBE721E6-412C-9665-D81C-3E77E9C7C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295672" y="4869283"/>
              <a:ext cx="1219200" cy="355600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7B339FE7-BDA1-EF29-B581-A01656362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143272" y="4468124"/>
              <a:ext cx="1524000" cy="342900"/>
            </a:xfrm>
            <a:prstGeom prst="rect">
              <a:avLst/>
            </a:prstGeom>
          </p:spPr>
        </p:pic>
      </p:grpSp>
      <p:sp>
        <p:nvSpPr>
          <p:cNvPr id="76" name="Oval 75">
            <a:extLst>
              <a:ext uri="{FF2B5EF4-FFF2-40B4-BE49-F238E27FC236}">
                <a16:creationId xmlns:a16="http://schemas.microsoft.com/office/drawing/2014/main" id="{3ADA0ECB-ED97-B0DA-755B-A9030E3AE657}"/>
              </a:ext>
            </a:extLst>
          </p:cNvPr>
          <p:cNvSpPr/>
          <p:nvPr/>
        </p:nvSpPr>
        <p:spPr>
          <a:xfrm>
            <a:off x="5601721" y="5601179"/>
            <a:ext cx="1038470" cy="1038470"/>
          </a:xfrm>
          <a:prstGeom prst="ellipse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0914B8C7-153F-CEB8-BB59-63190F06372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56685" y="6036612"/>
            <a:ext cx="731653" cy="22559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17EB8B4-D80B-CD71-3843-DED0D3C6AF20}"/>
              </a:ext>
            </a:extLst>
          </p:cNvPr>
          <p:cNvSpPr/>
          <p:nvPr/>
        </p:nvSpPr>
        <p:spPr>
          <a:xfrm rot="17867195">
            <a:off x="2762501" y="745479"/>
            <a:ext cx="4346256" cy="680815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2DFACD8-CA73-5117-52B6-794CF55E4A7C}"/>
              </a:ext>
            </a:extLst>
          </p:cNvPr>
          <p:cNvSpPr/>
          <p:nvPr/>
        </p:nvSpPr>
        <p:spPr>
          <a:xfrm>
            <a:off x="3934353" y="255353"/>
            <a:ext cx="4346256" cy="638429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447F33-036F-5410-8A76-C7D80709BBEA}"/>
              </a:ext>
            </a:extLst>
          </p:cNvPr>
          <p:cNvSpPr/>
          <p:nvPr/>
        </p:nvSpPr>
        <p:spPr>
          <a:xfrm rot="3783165">
            <a:off x="5132759" y="788205"/>
            <a:ext cx="4247220" cy="680815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9B3644-377F-1E2D-C6AA-235125E702DF}"/>
              </a:ext>
            </a:extLst>
          </p:cNvPr>
          <p:cNvSpPr/>
          <p:nvPr/>
        </p:nvSpPr>
        <p:spPr>
          <a:xfrm rot="19819523">
            <a:off x="4588910" y="3492807"/>
            <a:ext cx="2165723" cy="3265756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71D7714-5248-8DD7-5EDC-D411E111874D}"/>
              </a:ext>
            </a:extLst>
          </p:cNvPr>
          <p:cNvSpPr/>
          <p:nvPr/>
        </p:nvSpPr>
        <p:spPr>
          <a:xfrm rot="1478182">
            <a:off x="5618314" y="2403280"/>
            <a:ext cx="2192644" cy="438183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FC0A3EB-F1BC-DC50-1F5E-6D5362E71F2C}"/>
              </a:ext>
            </a:extLst>
          </p:cNvPr>
          <p:cNvSpPr/>
          <p:nvPr/>
        </p:nvSpPr>
        <p:spPr>
          <a:xfrm>
            <a:off x="5418382" y="4725392"/>
            <a:ext cx="1424601" cy="191619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6E3BD79-C5B1-CF27-1C3C-371BE6D4E9D1}"/>
              </a:ext>
            </a:extLst>
          </p:cNvPr>
          <p:cNvSpPr/>
          <p:nvPr/>
        </p:nvSpPr>
        <p:spPr>
          <a:xfrm>
            <a:off x="5601720" y="5601180"/>
            <a:ext cx="1038470" cy="103847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5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5916F-0E56-7C64-A94A-A7C86A7E3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Oval 3328">
            <a:extLst>
              <a:ext uri="{FF2B5EF4-FFF2-40B4-BE49-F238E27FC236}">
                <a16:creationId xmlns:a16="http://schemas.microsoft.com/office/drawing/2014/main" id="{A0C41E23-C4F3-C588-0F4E-83F6F2E21916}"/>
              </a:ext>
            </a:extLst>
          </p:cNvPr>
          <p:cNvSpPr/>
          <p:nvPr/>
        </p:nvSpPr>
        <p:spPr>
          <a:xfrm rot="5400000">
            <a:off x="3346955" y="-163581"/>
            <a:ext cx="763734" cy="1867335"/>
          </a:xfrm>
          <a:prstGeom prst="ellipse">
            <a:avLst/>
          </a:prstGeom>
          <a:solidFill>
            <a:srgbClr val="FF0000">
              <a:alpha val="25098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37" name="Group 3336">
            <a:extLst>
              <a:ext uri="{FF2B5EF4-FFF2-40B4-BE49-F238E27FC236}">
                <a16:creationId xmlns:a16="http://schemas.microsoft.com/office/drawing/2014/main" id="{53E49AD7-055D-D26E-D6C5-E06774AB52F6}"/>
              </a:ext>
            </a:extLst>
          </p:cNvPr>
          <p:cNvGrpSpPr/>
          <p:nvPr/>
        </p:nvGrpSpPr>
        <p:grpSpPr>
          <a:xfrm>
            <a:off x="2805750" y="3547177"/>
            <a:ext cx="3951631" cy="2919041"/>
            <a:chOff x="2805750" y="3547177"/>
            <a:chExt cx="3951631" cy="2919041"/>
          </a:xfrm>
          <a:solidFill>
            <a:srgbClr val="00FF00">
              <a:alpha val="50196"/>
            </a:srgbClr>
          </a:solidFill>
        </p:grpSpPr>
        <p:sp>
          <p:nvSpPr>
            <p:cNvPr id="3327" name="Oval 3326">
              <a:extLst>
                <a:ext uri="{FF2B5EF4-FFF2-40B4-BE49-F238E27FC236}">
                  <a16:creationId xmlns:a16="http://schemas.microsoft.com/office/drawing/2014/main" id="{3E69CDFE-70E0-973B-483C-CA0800AA1D85}"/>
                </a:ext>
              </a:extLst>
            </p:cNvPr>
            <p:cNvSpPr/>
            <p:nvPr/>
          </p:nvSpPr>
          <p:spPr>
            <a:xfrm rot="5400000">
              <a:off x="5989320" y="3542849"/>
              <a:ext cx="763734" cy="772389"/>
            </a:xfrm>
            <a:prstGeom prst="ellipse">
              <a:avLst/>
            </a:prstGeom>
            <a:solidFill>
              <a:srgbClr val="00FF00">
                <a:alpha val="25098"/>
              </a:srgb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28" name="Oval 3327">
              <a:extLst>
                <a:ext uri="{FF2B5EF4-FFF2-40B4-BE49-F238E27FC236}">
                  <a16:creationId xmlns:a16="http://schemas.microsoft.com/office/drawing/2014/main" id="{A8CC59EF-A448-0894-4571-1D55C9618BEA}"/>
                </a:ext>
              </a:extLst>
            </p:cNvPr>
            <p:cNvSpPr/>
            <p:nvPr/>
          </p:nvSpPr>
          <p:spPr>
            <a:xfrm>
              <a:off x="2805750" y="4598883"/>
              <a:ext cx="763734" cy="1867335"/>
            </a:xfrm>
            <a:prstGeom prst="ellipse">
              <a:avLst/>
            </a:prstGeom>
            <a:solidFill>
              <a:srgbClr val="00FF00">
                <a:alpha val="25098"/>
              </a:srgb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26" name="Oval 3325">
            <a:extLst>
              <a:ext uri="{FF2B5EF4-FFF2-40B4-BE49-F238E27FC236}">
                <a16:creationId xmlns:a16="http://schemas.microsoft.com/office/drawing/2014/main" id="{14805C66-4299-86A9-123D-472BC3EAAA52}"/>
              </a:ext>
            </a:extLst>
          </p:cNvPr>
          <p:cNvSpPr/>
          <p:nvPr/>
        </p:nvSpPr>
        <p:spPr>
          <a:xfrm rot="5400000">
            <a:off x="2284378" y="882149"/>
            <a:ext cx="763734" cy="1867335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0" name="Oval 3329">
            <a:extLst>
              <a:ext uri="{FF2B5EF4-FFF2-40B4-BE49-F238E27FC236}">
                <a16:creationId xmlns:a16="http://schemas.microsoft.com/office/drawing/2014/main" id="{4F162853-F1E5-7BD1-331D-F9EA24728914}"/>
              </a:ext>
            </a:extLst>
          </p:cNvPr>
          <p:cNvSpPr/>
          <p:nvPr/>
        </p:nvSpPr>
        <p:spPr>
          <a:xfrm rot="5400000">
            <a:off x="3870629" y="4610239"/>
            <a:ext cx="763734" cy="772389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33" name="Group 3332">
            <a:extLst>
              <a:ext uri="{FF2B5EF4-FFF2-40B4-BE49-F238E27FC236}">
                <a16:creationId xmlns:a16="http://schemas.microsoft.com/office/drawing/2014/main" id="{61D37504-6749-0786-CEDA-D762D0FF8DEF}"/>
              </a:ext>
            </a:extLst>
          </p:cNvPr>
          <p:cNvGrpSpPr/>
          <p:nvPr/>
        </p:nvGrpSpPr>
        <p:grpSpPr>
          <a:xfrm>
            <a:off x="3870630" y="2491464"/>
            <a:ext cx="3947558" cy="2889400"/>
            <a:chOff x="3870630" y="2491464"/>
            <a:chExt cx="3947558" cy="2889400"/>
          </a:xfrm>
          <a:solidFill>
            <a:srgbClr val="00EA00"/>
          </a:solidFill>
        </p:grpSpPr>
        <p:sp>
          <p:nvSpPr>
            <p:cNvPr id="3324" name="Oval 3323">
              <a:extLst>
                <a:ext uri="{FF2B5EF4-FFF2-40B4-BE49-F238E27FC236}">
                  <a16:creationId xmlns:a16="http://schemas.microsoft.com/office/drawing/2014/main" id="{FD052EAD-974A-0FE4-A622-90A3F6480395}"/>
                </a:ext>
              </a:extLst>
            </p:cNvPr>
            <p:cNvSpPr/>
            <p:nvPr/>
          </p:nvSpPr>
          <p:spPr>
            <a:xfrm>
              <a:off x="3870630" y="3513529"/>
              <a:ext cx="763734" cy="1867335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3" name="Oval 3322">
              <a:extLst>
                <a:ext uri="{FF2B5EF4-FFF2-40B4-BE49-F238E27FC236}">
                  <a16:creationId xmlns:a16="http://schemas.microsoft.com/office/drawing/2014/main" id="{6C747ACE-6215-8A43-9233-9FB14E1BF337}"/>
                </a:ext>
              </a:extLst>
            </p:cNvPr>
            <p:cNvSpPr/>
            <p:nvPr/>
          </p:nvSpPr>
          <p:spPr>
            <a:xfrm rot="5400000">
              <a:off x="7050127" y="2487136"/>
              <a:ext cx="763734" cy="7723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31" name="Group 3330">
            <a:extLst>
              <a:ext uri="{FF2B5EF4-FFF2-40B4-BE49-F238E27FC236}">
                <a16:creationId xmlns:a16="http://schemas.microsoft.com/office/drawing/2014/main" id="{33177477-0A9F-B179-DAFF-5C06706B3874}"/>
              </a:ext>
            </a:extLst>
          </p:cNvPr>
          <p:cNvGrpSpPr/>
          <p:nvPr/>
        </p:nvGrpSpPr>
        <p:grpSpPr>
          <a:xfrm>
            <a:off x="2814407" y="2491464"/>
            <a:ext cx="3942974" cy="2901276"/>
            <a:chOff x="2814407" y="2491464"/>
            <a:chExt cx="3942974" cy="2901276"/>
          </a:xfrm>
        </p:grpSpPr>
        <p:sp>
          <p:nvSpPr>
            <p:cNvPr id="3229" name="Oval 3228">
              <a:extLst>
                <a:ext uri="{FF2B5EF4-FFF2-40B4-BE49-F238E27FC236}">
                  <a16:creationId xmlns:a16="http://schemas.microsoft.com/office/drawing/2014/main" id="{4AED3F04-0511-3E7B-28E3-D73D43FBC0E7}"/>
                </a:ext>
              </a:extLst>
            </p:cNvPr>
            <p:cNvSpPr/>
            <p:nvPr/>
          </p:nvSpPr>
          <p:spPr>
            <a:xfrm rot="5400000">
              <a:off x="5989320" y="2487136"/>
              <a:ext cx="763734" cy="772389"/>
            </a:xfrm>
            <a:prstGeom prst="ellipse">
              <a:avLst/>
            </a:prstGeom>
            <a:solidFill>
              <a:srgbClr val="0082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27" name="Oval 3226">
              <a:extLst>
                <a:ext uri="{FF2B5EF4-FFF2-40B4-BE49-F238E27FC236}">
                  <a16:creationId xmlns:a16="http://schemas.microsoft.com/office/drawing/2014/main" id="{BFB58E1F-6A4C-2D9E-1CA5-9C2C3311580D}"/>
                </a:ext>
              </a:extLst>
            </p:cNvPr>
            <p:cNvSpPr/>
            <p:nvPr/>
          </p:nvSpPr>
          <p:spPr>
            <a:xfrm>
              <a:off x="2814407" y="3525405"/>
              <a:ext cx="763734" cy="1867335"/>
            </a:xfrm>
            <a:prstGeom prst="ellipse">
              <a:avLst/>
            </a:prstGeom>
            <a:solidFill>
              <a:srgbClr val="0082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32" name="Group 3331">
            <a:extLst>
              <a:ext uri="{FF2B5EF4-FFF2-40B4-BE49-F238E27FC236}">
                <a16:creationId xmlns:a16="http://schemas.microsoft.com/office/drawing/2014/main" id="{721F41CC-0939-C612-44ED-6679EDC00B9E}"/>
              </a:ext>
            </a:extLst>
          </p:cNvPr>
          <p:cNvGrpSpPr/>
          <p:nvPr/>
        </p:nvGrpSpPr>
        <p:grpSpPr>
          <a:xfrm>
            <a:off x="2795155" y="1433948"/>
            <a:ext cx="2904088" cy="3944353"/>
            <a:chOff x="2795155" y="1433948"/>
            <a:chExt cx="2904088" cy="3944353"/>
          </a:xfrm>
          <a:solidFill>
            <a:srgbClr val="8E0000"/>
          </a:solidFill>
        </p:grpSpPr>
        <p:sp>
          <p:nvSpPr>
            <p:cNvPr id="3228" name="Oval 3227">
              <a:extLst>
                <a:ext uri="{FF2B5EF4-FFF2-40B4-BE49-F238E27FC236}">
                  <a16:creationId xmlns:a16="http://schemas.microsoft.com/office/drawing/2014/main" id="{5B35D424-3199-3AF5-275A-97DF61133B18}"/>
                </a:ext>
              </a:extLst>
            </p:cNvPr>
            <p:cNvSpPr/>
            <p:nvPr/>
          </p:nvSpPr>
          <p:spPr>
            <a:xfrm rot="5400000">
              <a:off x="4931182" y="4610239"/>
              <a:ext cx="763734" cy="772389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6" name="Oval 3225">
              <a:extLst>
                <a:ext uri="{FF2B5EF4-FFF2-40B4-BE49-F238E27FC236}">
                  <a16:creationId xmlns:a16="http://schemas.microsoft.com/office/drawing/2014/main" id="{7566A7BA-3990-2919-A1DA-DA2C40E19F64}"/>
                </a:ext>
              </a:extLst>
            </p:cNvPr>
            <p:cNvSpPr/>
            <p:nvPr/>
          </p:nvSpPr>
          <p:spPr>
            <a:xfrm rot="5400000">
              <a:off x="3346956" y="882147"/>
              <a:ext cx="763734" cy="1867335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16" name="Group 3215">
            <a:extLst>
              <a:ext uri="{FF2B5EF4-FFF2-40B4-BE49-F238E27FC236}">
                <a16:creationId xmlns:a16="http://schemas.microsoft.com/office/drawing/2014/main" id="{3B1882C8-9417-3931-FE9A-E65FC58BB933}"/>
              </a:ext>
            </a:extLst>
          </p:cNvPr>
          <p:cNvGrpSpPr/>
          <p:nvPr/>
        </p:nvGrpSpPr>
        <p:grpSpPr>
          <a:xfrm>
            <a:off x="1989473" y="618230"/>
            <a:ext cx="5576124" cy="5585476"/>
            <a:chOff x="1989473" y="618230"/>
            <a:chExt cx="5576124" cy="5585476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B0AC0244-F051-2027-CF2A-2A5686B93C5A}"/>
                </a:ext>
              </a:extLst>
            </p:cNvPr>
            <p:cNvSpPr/>
            <p:nvPr/>
          </p:nvSpPr>
          <p:spPr>
            <a:xfrm>
              <a:off x="1989473" y="618230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97D395D-DEB0-20FF-BD2E-5EA0EB3D95E1}"/>
                </a:ext>
              </a:extLst>
            </p:cNvPr>
            <p:cNvSpPr/>
            <p:nvPr/>
          </p:nvSpPr>
          <p:spPr>
            <a:xfrm>
              <a:off x="1989473" y="1678102"/>
              <a:ext cx="281654" cy="2834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DA27FD6-A345-FBDF-F397-A17F03FC22A0}"/>
                </a:ext>
              </a:extLst>
            </p:cNvPr>
            <p:cNvSpPr/>
            <p:nvPr/>
          </p:nvSpPr>
          <p:spPr>
            <a:xfrm>
              <a:off x="1989473" y="2737975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D7EF63D-7FB8-1156-A660-1C16CC6521DA}"/>
                </a:ext>
              </a:extLst>
            </p:cNvPr>
            <p:cNvSpPr/>
            <p:nvPr/>
          </p:nvSpPr>
          <p:spPr>
            <a:xfrm>
              <a:off x="1989473" y="3799334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6E18F0F-F38A-94BF-D098-DDAC5DA63650}"/>
                </a:ext>
              </a:extLst>
            </p:cNvPr>
            <p:cNvSpPr/>
            <p:nvPr/>
          </p:nvSpPr>
          <p:spPr>
            <a:xfrm>
              <a:off x="1989473" y="4860693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9659A3A-06FC-7C55-B041-E5D1773BCB71}"/>
                </a:ext>
              </a:extLst>
            </p:cNvPr>
            <p:cNvSpPr/>
            <p:nvPr/>
          </p:nvSpPr>
          <p:spPr>
            <a:xfrm>
              <a:off x="1989473" y="5922052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FA71E3A-F451-C5F0-2317-74B4A6B09A59}"/>
                </a:ext>
              </a:extLst>
            </p:cNvPr>
            <p:cNvSpPr/>
            <p:nvPr/>
          </p:nvSpPr>
          <p:spPr>
            <a:xfrm>
              <a:off x="3048367" y="618230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8DD8EB3-4EDA-AE80-8496-F8A7D8B493DD}"/>
                </a:ext>
              </a:extLst>
            </p:cNvPr>
            <p:cNvSpPr/>
            <p:nvPr/>
          </p:nvSpPr>
          <p:spPr>
            <a:xfrm>
              <a:off x="3048367" y="1678102"/>
              <a:ext cx="281654" cy="2834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08064E1-A089-10A6-FFCA-771647CE46A6}"/>
                </a:ext>
              </a:extLst>
            </p:cNvPr>
            <p:cNvSpPr/>
            <p:nvPr/>
          </p:nvSpPr>
          <p:spPr>
            <a:xfrm>
              <a:off x="3048367" y="2737975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791B8D8-F4F1-49CD-5795-398F10713645}"/>
                </a:ext>
              </a:extLst>
            </p:cNvPr>
            <p:cNvSpPr/>
            <p:nvPr/>
          </p:nvSpPr>
          <p:spPr>
            <a:xfrm>
              <a:off x="3048367" y="3799334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0168319-374F-BB3E-10FB-6F9E448D1B42}"/>
                </a:ext>
              </a:extLst>
            </p:cNvPr>
            <p:cNvSpPr/>
            <p:nvPr/>
          </p:nvSpPr>
          <p:spPr>
            <a:xfrm>
              <a:off x="3048367" y="4860693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009B0E0-0ADB-4CD3-708E-7B4B193C96F0}"/>
                </a:ext>
              </a:extLst>
            </p:cNvPr>
            <p:cNvSpPr/>
            <p:nvPr/>
          </p:nvSpPr>
          <p:spPr>
            <a:xfrm>
              <a:off x="3048367" y="5922052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CE616EA-B035-1688-7551-47EA739FBD95}"/>
                </a:ext>
              </a:extLst>
            </p:cNvPr>
            <p:cNvSpPr/>
            <p:nvPr/>
          </p:nvSpPr>
          <p:spPr>
            <a:xfrm>
              <a:off x="4107261" y="618230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0F12CA1-1A26-BAB8-5990-D97DB068E506}"/>
                </a:ext>
              </a:extLst>
            </p:cNvPr>
            <p:cNvSpPr/>
            <p:nvPr/>
          </p:nvSpPr>
          <p:spPr>
            <a:xfrm>
              <a:off x="4107261" y="1678102"/>
              <a:ext cx="281654" cy="2834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F52360B5-3AD8-2303-38CB-0C8073AD7D25}"/>
                </a:ext>
              </a:extLst>
            </p:cNvPr>
            <p:cNvSpPr/>
            <p:nvPr/>
          </p:nvSpPr>
          <p:spPr>
            <a:xfrm>
              <a:off x="4107261" y="2737975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2" name="Oval 3071">
              <a:extLst>
                <a:ext uri="{FF2B5EF4-FFF2-40B4-BE49-F238E27FC236}">
                  <a16:creationId xmlns:a16="http://schemas.microsoft.com/office/drawing/2014/main" id="{BBB2F7E9-9ED4-08C6-106D-63F1D8653A25}"/>
                </a:ext>
              </a:extLst>
            </p:cNvPr>
            <p:cNvSpPr/>
            <p:nvPr/>
          </p:nvSpPr>
          <p:spPr>
            <a:xfrm>
              <a:off x="4107261" y="3799334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3" name="Oval 3072">
              <a:extLst>
                <a:ext uri="{FF2B5EF4-FFF2-40B4-BE49-F238E27FC236}">
                  <a16:creationId xmlns:a16="http://schemas.microsoft.com/office/drawing/2014/main" id="{E37AE7EA-5DFD-F72D-2311-72CF76FFF44B}"/>
                </a:ext>
              </a:extLst>
            </p:cNvPr>
            <p:cNvSpPr/>
            <p:nvPr/>
          </p:nvSpPr>
          <p:spPr>
            <a:xfrm>
              <a:off x="4107261" y="4860693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5" name="Oval 3074">
              <a:extLst>
                <a:ext uri="{FF2B5EF4-FFF2-40B4-BE49-F238E27FC236}">
                  <a16:creationId xmlns:a16="http://schemas.microsoft.com/office/drawing/2014/main" id="{43F2AD00-510A-4E36-98D9-38A4EE824B9F}"/>
                </a:ext>
              </a:extLst>
            </p:cNvPr>
            <p:cNvSpPr/>
            <p:nvPr/>
          </p:nvSpPr>
          <p:spPr>
            <a:xfrm>
              <a:off x="4107261" y="5922052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4" name="Oval 3093">
              <a:extLst>
                <a:ext uri="{FF2B5EF4-FFF2-40B4-BE49-F238E27FC236}">
                  <a16:creationId xmlns:a16="http://schemas.microsoft.com/office/drawing/2014/main" id="{16E1879A-32B9-FEFF-3B4D-5D48E069E515}"/>
                </a:ext>
              </a:extLst>
            </p:cNvPr>
            <p:cNvSpPr/>
            <p:nvPr/>
          </p:nvSpPr>
          <p:spPr>
            <a:xfrm>
              <a:off x="5166155" y="618230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5" name="Oval 3094">
              <a:extLst>
                <a:ext uri="{FF2B5EF4-FFF2-40B4-BE49-F238E27FC236}">
                  <a16:creationId xmlns:a16="http://schemas.microsoft.com/office/drawing/2014/main" id="{E974F4B6-3E7A-5C36-A48D-91FC269FE98F}"/>
                </a:ext>
              </a:extLst>
            </p:cNvPr>
            <p:cNvSpPr/>
            <p:nvPr/>
          </p:nvSpPr>
          <p:spPr>
            <a:xfrm>
              <a:off x="5166155" y="1678102"/>
              <a:ext cx="281654" cy="2834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6" name="Oval 3095">
              <a:extLst>
                <a:ext uri="{FF2B5EF4-FFF2-40B4-BE49-F238E27FC236}">
                  <a16:creationId xmlns:a16="http://schemas.microsoft.com/office/drawing/2014/main" id="{F8D76C62-2482-0381-9D06-BBBCC5265830}"/>
                </a:ext>
              </a:extLst>
            </p:cNvPr>
            <p:cNvSpPr/>
            <p:nvPr/>
          </p:nvSpPr>
          <p:spPr>
            <a:xfrm>
              <a:off x="5166155" y="2737975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7" name="Oval 3096">
              <a:extLst>
                <a:ext uri="{FF2B5EF4-FFF2-40B4-BE49-F238E27FC236}">
                  <a16:creationId xmlns:a16="http://schemas.microsoft.com/office/drawing/2014/main" id="{97227D77-17A9-D7C2-A9AD-981EAE1FD289}"/>
                </a:ext>
              </a:extLst>
            </p:cNvPr>
            <p:cNvSpPr/>
            <p:nvPr/>
          </p:nvSpPr>
          <p:spPr>
            <a:xfrm>
              <a:off x="5166155" y="3799334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8" name="Oval 3097">
              <a:extLst>
                <a:ext uri="{FF2B5EF4-FFF2-40B4-BE49-F238E27FC236}">
                  <a16:creationId xmlns:a16="http://schemas.microsoft.com/office/drawing/2014/main" id="{3EBF3328-5F75-F3B2-38C2-A6F4228EA9E0}"/>
                </a:ext>
              </a:extLst>
            </p:cNvPr>
            <p:cNvSpPr/>
            <p:nvPr/>
          </p:nvSpPr>
          <p:spPr>
            <a:xfrm>
              <a:off x="5166155" y="4860693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9" name="Oval 3098">
              <a:extLst>
                <a:ext uri="{FF2B5EF4-FFF2-40B4-BE49-F238E27FC236}">
                  <a16:creationId xmlns:a16="http://schemas.microsoft.com/office/drawing/2014/main" id="{A59775F6-EE91-4598-29D1-511133DD6512}"/>
                </a:ext>
              </a:extLst>
            </p:cNvPr>
            <p:cNvSpPr/>
            <p:nvPr/>
          </p:nvSpPr>
          <p:spPr>
            <a:xfrm>
              <a:off x="5166155" y="5922052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5" name="Oval 3104">
              <a:extLst>
                <a:ext uri="{FF2B5EF4-FFF2-40B4-BE49-F238E27FC236}">
                  <a16:creationId xmlns:a16="http://schemas.microsoft.com/office/drawing/2014/main" id="{743E6433-3CDA-F02B-335D-ED9B2DFA34ED}"/>
                </a:ext>
              </a:extLst>
            </p:cNvPr>
            <p:cNvSpPr/>
            <p:nvPr/>
          </p:nvSpPr>
          <p:spPr>
            <a:xfrm>
              <a:off x="6225049" y="618230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6" name="Oval 3105">
              <a:extLst>
                <a:ext uri="{FF2B5EF4-FFF2-40B4-BE49-F238E27FC236}">
                  <a16:creationId xmlns:a16="http://schemas.microsoft.com/office/drawing/2014/main" id="{1163D8D5-610E-2B21-A815-D9AD2BFC41FD}"/>
                </a:ext>
              </a:extLst>
            </p:cNvPr>
            <p:cNvSpPr/>
            <p:nvPr/>
          </p:nvSpPr>
          <p:spPr>
            <a:xfrm>
              <a:off x="6225049" y="1678102"/>
              <a:ext cx="281654" cy="2834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7" name="Oval 3106">
              <a:extLst>
                <a:ext uri="{FF2B5EF4-FFF2-40B4-BE49-F238E27FC236}">
                  <a16:creationId xmlns:a16="http://schemas.microsoft.com/office/drawing/2014/main" id="{A2020CEF-5BEB-2FEC-2E53-E2D1FFD4AE6F}"/>
                </a:ext>
              </a:extLst>
            </p:cNvPr>
            <p:cNvSpPr/>
            <p:nvPr/>
          </p:nvSpPr>
          <p:spPr>
            <a:xfrm>
              <a:off x="6225049" y="2737975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8" name="Oval 3107">
              <a:extLst>
                <a:ext uri="{FF2B5EF4-FFF2-40B4-BE49-F238E27FC236}">
                  <a16:creationId xmlns:a16="http://schemas.microsoft.com/office/drawing/2014/main" id="{4F8BA72D-F03B-B1FC-9901-92A43DEDBA03}"/>
                </a:ext>
              </a:extLst>
            </p:cNvPr>
            <p:cNvSpPr/>
            <p:nvPr/>
          </p:nvSpPr>
          <p:spPr>
            <a:xfrm>
              <a:off x="6225049" y="3799334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9" name="Oval 3108">
              <a:extLst>
                <a:ext uri="{FF2B5EF4-FFF2-40B4-BE49-F238E27FC236}">
                  <a16:creationId xmlns:a16="http://schemas.microsoft.com/office/drawing/2014/main" id="{56B9AF41-C97F-77E1-A746-AB710BD9FB7A}"/>
                </a:ext>
              </a:extLst>
            </p:cNvPr>
            <p:cNvSpPr/>
            <p:nvPr/>
          </p:nvSpPr>
          <p:spPr>
            <a:xfrm>
              <a:off x="6225049" y="4860693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0" name="Oval 3109">
              <a:extLst>
                <a:ext uri="{FF2B5EF4-FFF2-40B4-BE49-F238E27FC236}">
                  <a16:creationId xmlns:a16="http://schemas.microsoft.com/office/drawing/2014/main" id="{B9A3B093-2E16-8AE3-E992-282C95A91896}"/>
                </a:ext>
              </a:extLst>
            </p:cNvPr>
            <p:cNvSpPr/>
            <p:nvPr/>
          </p:nvSpPr>
          <p:spPr>
            <a:xfrm>
              <a:off x="6225049" y="5922052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2" name="Oval 3121">
              <a:extLst>
                <a:ext uri="{FF2B5EF4-FFF2-40B4-BE49-F238E27FC236}">
                  <a16:creationId xmlns:a16="http://schemas.microsoft.com/office/drawing/2014/main" id="{9CDACDB3-EB0D-D264-8DCC-3DD604141F19}"/>
                </a:ext>
              </a:extLst>
            </p:cNvPr>
            <p:cNvSpPr/>
            <p:nvPr/>
          </p:nvSpPr>
          <p:spPr>
            <a:xfrm>
              <a:off x="7283943" y="618230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3" name="Oval 3122">
              <a:extLst>
                <a:ext uri="{FF2B5EF4-FFF2-40B4-BE49-F238E27FC236}">
                  <a16:creationId xmlns:a16="http://schemas.microsoft.com/office/drawing/2014/main" id="{51B127AD-6914-7B30-221E-26AF56B16C81}"/>
                </a:ext>
              </a:extLst>
            </p:cNvPr>
            <p:cNvSpPr/>
            <p:nvPr/>
          </p:nvSpPr>
          <p:spPr>
            <a:xfrm>
              <a:off x="7283943" y="1678102"/>
              <a:ext cx="281654" cy="2834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4" name="Oval 3123">
              <a:extLst>
                <a:ext uri="{FF2B5EF4-FFF2-40B4-BE49-F238E27FC236}">
                  <a16:creationId xmlns:a16="http://schemas.microsoft.com/office/drawing/2014/main" id="{0D3462B7-5A27-0103-6F82-9875B8A6189D}"/>
                </a:ext>
              </a:extLst>
            </p:cNvPr>
            <p:cNvSpPr/>
            <p:nvPr/>
          </p:nvSpPr>
          <p:spPr>
            <a:xfrm>
              <a:off x="7283943" y="2737975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5" name="Oval 3124">
              <a:extLst>
                <a:ext uri="{FF2B5EF4-FFF2-40B4-BE49-F238E27FC236}">
                  <a16:creationId xmlns:a16="http://schemas.microsoft.com/office/drawing/2014/main" id="{3A572A5C-1F5E-CB89-08E4-EAB09801293C}"/>
                </a:ext>
              </a:extLst>
            </p:cNvPr>
            <p:cNvSpPr/>
            <p:nvPr/>
          </p:nvSpPr>
          <p:spPr>
            <a:xfrm>
              <a:off x="7283943" y="3799334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6" name="Oval 3125">
              <a:extLst>
                <a:ext uri="{FF2B5EF4-FFF2-40B4-BE49-F238E27FC236}">
                  <a16:creationId xmlns:a16="http://schemas.microsoft.com/office/drawing/2014/main" id="{807C93B8-5238-51F3-873A-B3D165DF179A}"/>
                </a:ext>
              </a:extLst>
            </p:cNvPr>
            <p:cNvSpPr/>
            <p:nvPr/>
          </p:nvSpPr>
          <p:spPr>
            <a:xfrm>
              <a:off x="7283943" y="4860693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7" name="Oval 3126">
              <a:extLst>
                <a:ext uri="{FF2B5EF4-FFF2-40B4-BE49-F238E27FC236}">
                  <a16:creationId xmlns:a16="http://schemas.microsoft.com/office/drawing/2014/main" id="{2D030B24-FCB3-F7A1-D307-E9A16A848DB7}"/>
                </a:ext>
              </a:extLst>
            </p:cNvPr>
            <p:cNvSpPr/>
            <p:nvPr/>
          </p:nvSpPr>
          <p:spPr>
            <a:xfrm>
              <a:off x="7283943" y="5922052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91" name="Group 3190">
            <a:extLst>
              <a:ext uri="{FF2B5EF4-FFF2-40B4-BE49-F238E27FC236}">
                <a16:creationId xmlns:a16="http://schemas.microsoft.com/office/drawing/2014/main" id="{C156301A-3E43-A753-4BCB-4D607253D90C}"/>
              </a:ext>
            </a:extLst>
          </p:cNvPr>
          <p:cNvGrpSpPr/>
          <p:nvPr/>
        </p:nvGrpSpPr>
        <p:grpSpPr>
          <a:xfrm>
            <a:off x="1596243" y="225038"/>
            <a:ext cx="6362584" cy="6371860"/>
            <a:chOff x="1596243" y="225038"/>
            <a:chExt cx="6362584" cy="637186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9A1289-2847-BF14-60DD-E731ACB2B492}"/>
                </a:ext>
              </a:extLst>
            </p:cNvPr>
            <p:cNvCxnSpPr>
              <a:stCxn id="2" idx="4"/>
              <a:endCxn id="4" idx="0"/>
            </p:cNvCxnSpPr>
            <p:nvPr/>
          </p:nvCxnSpPr>
          <p:spPr>
            <a:xfrm>
              <a:off x="2130300" y="899884"/>
              <a:ext cx="0" cy="778218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A4BFDB1-5CDB-4FAF-02D6-CBD35C8EF7A1}"/>
                </a:ext>
              </a:extLst>
            </p:cNvPr>
            <p:cNvCxnSpPr>
              <a:cxnSpLocks/>
              <a:stCxn id="4" idx="4"/>
              <a:endCxn id="5" idx="0"/>
            </p:cNvCxnSpPr>
            <p:nvPr/>
          </p:nvCxnSpPr>
          <p:spPr>
            <a:xfrm>
              <a:off x="2130300" y="1961566"/>
              <a:ext cx="0" cy="776409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34C4925-C92E-0D90-0C48-E0FA4D767D93}"/>
                </a:ext>
              </a:extLst>
            </p:cNvPr>
            <p:cNvCxnSpPr>
              <a:cxnSpLocks/>
              <a:stCxn id="5" idx="4"/>
              <a:endCxn id="6" idx="0"/>
            </p:cNvCxnSpPr>
            <p:nvPr/>
          </p:nvCxnSpPr>
          <p:spPr>
            <a:xfrm>
              <a:off x="2130300" y="3019629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B8D2880-3CB7-684A-DF60-5D2E8539C24B}"/>
                </a:ext>
              </a:extLst>
            </p:cNvPr>
            <p:cNvCxnSpPr>
              <a:cxnSpLocks/>
              <a:stCxn id="6" idx="4"/>
              <a:endCxn id="7" idx="0"/>
            </p:cNvCxnSpPr>
            <p:nvPr/>
          </p:nvCxnSpPr>
          <p:spPr>
            <a:xfrm>
              <a:off x="2130300" y="4080988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1D02927-CD4F-73FC-B9A3-9511C372C85A}"/>
                </a:ext>
              </a:extLst>
            </p:cNvPr>
            <p:cNvCxnSpPr>
              <a:cxnSpLocks/>
              <a:stCxn id="7" idx="4"/>
              <a:endCxn id="10" idx="0"/>
            </p:cNvCxnSpPr>
            <p:nvPr/>
          </p:nvCxnSpPr>
          <p:spPr>
            <a:xfrm>
              <a:off x="2130300" y="5142347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108D85A-10F0-B867-5D07-507BE4ABF88E}"/>
                </a:ext>
              </a:extLst>
            </p:cNvPr>
            <p:cNvCxnSpPr>
              <a:stCxn id="31" idx="4"/>
              <a:endCxn id="32" idx="0"/>
            </p:cNvCxnSpPr>
            <p:nvPr/>
          </p:nvCxnSpPr>
          <p:spPr>
            <a:xfrm>
              <a:off x="3189194" y="899884"/>
              <a:ext cx="0" cy="778218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9AFF664-B4D9-F7C9-049A-F13BC22BB829}"/>
                </a:ext>
              </a:extLst>
            </p:cNvPr>
            <p:cNvCxnSpPr>
              <a:cxnSpLocks/>
              <a:stCxn id="32" idx="4"/>
              <a:endCxn id="33" idx="0"/>
            </p:cNvCxnSpPr>
            <p:nvPr/>
          </p:nvCxnSpPr>
          <p:spPr>
            <a:xfrm>
              <a:off x="3189194" y="1961566"/>
              <a:ext cx="0" cy="776409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8495C84-F6B8-881D-7768-8750CD4F1D73}"/>
                </a:ext>
              </a:extLst>
            </p:cNvPr>
            <p:cNvCxnSpPr>
              <a:cxnSpLocks/>
              <a:stCxn id="33" idx="4"/>
              <a:endCxn id="34" idx="0"/>
            </p:cNvCxnSpPr>
            <p:nvPr/>
          </p:nvCxnSpPr>
          <p:spPr>
            <a:xfrm>
              <a:off x="3189194" y="3019629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6D3B5E9-FCC3-6125-C1B0-AB3292DD6BD5}"/>
                </a:ext>
              </a:extLst>
            </p:cNvPr>
            <p:cNvCxnSpPr>
              <a:cxnSpLocks/>
              <a:stCxn id="34" idx="4"/>
              <a:endCxn id="35" idx="0"/>
            </p:cNvCxnSpPr>
            <p:nvPr/>
          </p:nvCxnSpPr>
          <p:spPr>
            <a:xfrm>
              <a:off x="3189194" y="4080988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597F506-98E6-DC64-1DFA-6F1BBBE9DC44}"/>
                </a:ext>
              </a:extLst>
            </p:cNvPr>
            <p:cNvCxnSpPr>
              <a:cxnSpLocks/>
              <a:stCxn id="35" idx="4"/>
              <a:endCxn id="36" idx="0"/>
            </p:cNvCxnSpPr>
            <p:nvPr/>
          </p:nvCxnSpPr>
          <p:spPr>
            <a:xfrm>
              <a:off x="3189194" y="5142347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BC71915-334A-61BC-6117-806BE731E9ED}"/>
                </a:ext>
              </a:extLst>
            </p:cNvPr>
            <p:cNvCxnSpPr>
              <a:cxnSpLocks/>
              <a:stCxn id="31" idx="2"/>
              <a:endCxn id="2" idx="6"/>
            </p:cNvCxnSpPr>
            <p:nvPr/>
          </p:nvCxnSpPr>
          <p:spPr>
            <a:xfrm flipH="1">
              <a:off x="2271127" y="759057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63C3C52-70E7-3DF1-26FF-9F1C0E5043DD}"/>
                </a:ext>
              </a:extLst>
            </p:cNvPr>
            <p:cNvCxnSpPr>
              <a:cxnSpLocks/>
              <a:stCxn id="32" idx="2"/>
              <a:endCxn id="4" idx="6"/>
            </p:cNvCxnSpPr>
            <p:nvPr/>
          </p:nvCxnSpPr>
          <p:spPr>
            <a:xfrm flipH="1">
              <a:off x="2271127" y="1819834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15E3214-16D8-3DA1-9CB4-DF091592CF31}"/>
                </a:ext>
              </a:extLst>
            </p:cNvPr>
            <p:cNvCxnSpPr>
              <a:cxnSpLocks/>
              <a:stCxn id="33" idx="2"/>
              <a:endCxn id="5" idx="6"/>
            </p:cNvCxnSpPr>
            <p:nvPr/>
          </p:nvCxnSpPr>
          <p:spPr>
            <a:xfrm flipH="1">
              <a:off x="2271127" y="2878802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21F1124-359C-6136-8E06-0774E200767F}"/>
                </a:ext>
              </a:extLst>
            </p:cNvPr>
            <p:cNvCxnSpPr>
              <a:cxnSpLocks/>
              <a:stCxn id="35" idx="2"/>
              <a:endCxn id="7" idx="6"/>
            </p:cNvCxnSpPr>
            <p:nvPr/>
          </p:nvCxnSpPr>
          <p:spPr>
            <a:xfrm flipH="1">
              <a:off x="2271127" y="5001520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2500E12-434A-4871-DD3E-D91A996B8EE7}"/>
                </a:ext>
              </a:extLst>
            </p:cNvPr>
            <p:cNvCxnSpPr>
              <a:cxnSpLocks/>
              <a:stCxn id="36" idx="2"/>
              <a:endCxn id="10" idx="6"/>
            </p:cNvCxnSpPr>
            <p:nvPr/>
          </p:nvCxnSpPr>
          <p:spPr>
            <a:xfrm flipH="1">
              <a:off x="2271127" y="6062879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62B6420-9BDA-CC47-56FC-91391D25AE73}"/>
                </a:ext>
              </a:extLst>
            </p:cNvPr>
            <p:cNvCxnSpPr>
              <a:cxnSpLocks/>
              <a:stCxn id="34" idx="2"/>
              <a:endCxn id="6" idx="6"/>
            </p:cNvCxnSpPr>
            <p:nvPr/>
          </p:nvCxnSpPr>
          <p:spPr>
            <a:xfrm flipH="1">
              <a:off x="2271127" y="3940161"/>
              <a:ext cx="777240" cy="0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6" name="Straight Connector 3075">
              <a:extLst>
                <a:ext uri="{FF2B5EF4-FFF2-40B4-BE49-F238E27FC236}">
                  <a16:creationId xmlns:a16="http://schemas.microsoft.com/office/drawing/2014/main" id="{56D097D0-60A8-1332-B640-F9BA49C4AC48}"/>
                </a:ext>
              </a:extLst>
            </p:cNvPr>
            <p:cNvCxnSpPr>
              <a:stCxn id="61" idx="4"/>
              <a:endCxn id="62" idx="0"/>
            </p:cNvCxnSpPr>
            <p:nvPr/>
          </p:nvCxnSpPr>
          <p:spPr>
            <a:xfrm>
              <a:off x="4248088" y="899884"/>
              <a:ext cx="0" cy="778218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7" name="Straight Connector 3076">
              <a:extLst>
                <a:ext uri="{FF2B5EF4-FFF2-40B4-BE49-F238E27FC236}">
                  <a16:creationId xmlns:a16="http://schemas.microsoft.com/office/drawing/2014/main" id="{DF4FD730-3383-1F46-0DB6-2A47BCC41D8F}"/>
                </a:ext>
              </a:extLst>
            </p:cNvPr>
            <p:cNvCxnSpPr>
              <a:cxnSpLocks/>
              <a:stCxn id="62" idx="4"/>
              <a:endCxn id="63" idx="0"/>
            </p:cNvCxnSpPr>
            <p:nvPr/>
          </p:nvCxnSpPr>
          <p:spPr>
            <a:xfrm>
              <a:off x="4248088" y="1961566"/>
              <a:ext cx="0" cy="776409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8" name="Straight Connector 3077">
              <a:extLst>
                <a:ext uri="{FF2B5EF4-FFF2-40B4-BE49-F238E27FC236}">
                  <a16:creationId xmlns:a16="http://schemas.microsoft.com/office/drawing/2014/main" id="{11A53E20-AD8E-FD5C-B84F-35036FDE7BF3}"/>
                </a:ext>
              </a:extLst>
            </p:cNvPr>
            <p:cNvCxnSpPr>
              <a:cxnSpLocks/>
              <a:stCxn id="63" idx="4"/>
              <a:endCxn id="3072" idx="0"/>
            </p:cNvCxnSpPr>
            <p:nvPr/>
          </p:nvCxnSpPr>
          <p:spPr>
            <a:xfrm>
              <a:off x="4248088" y="3019629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9" name="Straight Connector 3078">
              <a:extLst>
                <a:ext uri="{FF2B5EF4-FFF2-40B4-BE49-F238E27FC236}">
                  <a16:creationId xmlns:a16="http://schemas.microsoft.com/office/drawing/2014/main" id="{2588FCEC-2E2B-22B7-4B3B-31A34AAE36F8}"/>
                </a:ext>
              </a:extLst>
            </p:cNvPr>
            <p:cNvCxnSpPr>
              <a:cxnSpLocks/>
              <a:stCxn id="3072" idx="4"/>
              <a:endCxn id="3073" idx="0"/>
            </p:cNvCxnSpPr>
            <p:nvPr/>
          </p:nvCxnSpPr>
          <p:spPr>
            <a:xfrm>
              <a:off x="4248088" y="4080988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0" name="Straight Connector 3079">
              <a:extLst>
                <a:ext uri="{FF2B5EF4-FFF2-40B4-BE49-F238E27FC236}">
                  <a16:creationId xmlns:a16="http://schemas.microsoft.com/office/drawing/2014/main" id="{7C28146F-8A9A-E295-7EC0-1A1994336725}"/>
                </a:ext>
              </a:extLst>
            </p:cNvPr>
            <p:cNvCxnSpPr>
              <a:cxnSpLocks/>
              <a:stCxn id="3073" idx="4"/>
              <a:endCxn id="3075" idx="0"/>
            </p:cNvCxnSpPr>
            <p:nvPr/>
          </p:nvCxnSpPr>
          <p:spPr>
            <a:xfrm>
              <a:off x="4248088" y="5142347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1" name="Straight Connector 3080">
              <a:extLst>
                <a:ext uri="{FF2B5EF4-FFF2-40B4-BE49-F238E27FC236}">
                  <a16:creationId xmlns:a16="http://schemas.microsoft.com/office/drawing/2014/main" id="{DFCA4DD8-5352-34AF-7748-50EC262D5A8A}"/>
                </a:ext>
              </a:extLst>
            </p:cNvPr>
            <p:cNvCxnSpPr>
              <a:cxnSpLocks/>
              <a:stCxn id="61" idx="2"/>
              <a:endCxn id="31" idx="6"/>
            </p:cNvCxnSpPr>
            <p:nvPr/>
          </p:nvCxnSpPr>
          <p:spPr>
            <a:xfrm flipH="1">
              <a:off x="3330021" y="759057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2" name="Straight Connector 3081">
              <a:extLst>
                <a:ext uri="{FF2B5EF4-FFF2-40B4-BE49-F238E27FC236}">
                  <a16:creationId xmlns:a16="http://schemas.microsoft.com/office/drawing/2014/main" id="{413C8BC3-B466-1C5C-63AE-8BA5F26BB49B}"/>
                </a:ext>
              </a:extLst>
            </p:cNvPr>
            <p:cNvCxnSpPr>
              <a:cxnSpLocks/>
              <a:stCxn id="62" idx="2"/>
              <a:endCxn id="32" idx="6"/>
            </p:cNvCxnSpPr>
            <p:nvPr/>
          </p:nvCxnSpPr>
          <p:spPr>
            <a:xfrm flipH="1">
              <a:off x="3330021" y="1819834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3" name="Straight Connector 3082">
              <a:extLst>
                <a:ext uri="{FF2B5EF4-FFF2-40B4-BE49-F238E27FC236}">
                  <a16:creationId xmlns:a16="http://schemas.microsoft.com/office/drawing/2014/main" id="{474D605D-EA1A-67FF-A714-F8715CABE700}"/>
                </a:ext>
              </a:extLst>
            </p:cNvPr>
            <p:cNvCxnSpPr>
              <a:cxnSpLocks/>
              <a:stCxn id="63" idx="2"/>
              <a:endCxn id="33" idx="6"/>
            </p:cNvCxnSpPr>
            <p:nvPr/>
          </p:nvCxnSpPr>
          <p:spPr>
            <a:xfrm flipH="1">
              <a:off x="3330021" y="2878802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4" name="Straight Connector 3083">
              <a:extLst>
                <a:ext uri="{FF2B5EF4-FFF2-40B4-BE49-F238E27FC236}">
                  <a16:creationId xmlns:a16="http://schemas.microsoft.com/office/drawing/2014/main" id="{E34EA7CC-E4FF-7CE1-1956-2EA91A21132F}"/>
                </a:ext>
              </a:extLst>
            </p:cNvPr>
            <p:cNvCxnSpPr>
              <a:cxnSpLocks/>
              <a:stCxn id="3073" idx="2"/>
              <a:endCxn id="35" idx="6"/>
            </p:cNvCxnSpPr>
            <p:nvPr/>
          </p:nvCxnSpPr>
          <p:spPr>
            <a:xfrm flipH="1">
              <a:off x="3330021" y="5001520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5" name="Straight Connector 3084">
              <a:extLst>
                <a:ext uri="{FF2B5EF4-FFF2-40B4-BE49-F238E27FC236}">
                  <a16:creationId xmlns:a16="http://schemas.microsoft.com/office/drawing/2014/main" id="{A3E38241-E7C0-9CB1-02E1-B4EB55B2E56B}"/>
                </a:ext>
              </a:extLst>
            </p:cNvPr>
            <p:cNvCxnSpPr>
              <a:cxnSpLocks/>
              <a:stCxn id="3075" idx="2"/>
              <a:endCxn id="36" idx="6"/>
            </p:cNvCxnSpPr>
            <p:nvPr/>
          </p:nvCxnSpPr>
          <p:spPr>
            <a:xfrm flipH="1">
              <a:off x="3330021" y="6062879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6" name="Straight Connector 3085">
              <a:extLst>
                <a:ext uri="{FF2B5EF4-FFF2-40B4-BE49-F238E27FC236}">
                  <a16:creationId xmlns:a16="http://schemas.microsoft.com/office/drawing/2014/main" id="{D2A3FEEE-8910-7483-78AA-1FCBEF68C642}"/>
                </a:ext>
              </a:extLst>
            </p:cNvPr>
            <p:cNvCxnSpPr>
              <a:cxnSpLocks/>
              <a:stCxn id="3072" idx="2"/>
              <a:endCxn id="34" idx="6"/>
            </p:cNvCxnSpPr>
            <p:nvPr/>
          </p:nvCxnSpPr>
          <p:spPr>
            <a:xfrm flipH="1">
              <a:off x="3330021" y="3940161"/>
              <a:ext cx="777240" cy="0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0" name="Straight Connector 3099">
              <a:extLst>
                <a:ext uri="{FF2B5EF4-FFF2-40B4-BE49-F238E27FC236}">
                  <a16:creationId xmlns:a16="http://schemas.microsoft.com/office/drawing/2014/main" id="{8959F3FD-1818-1400-8B36-F3FA89E9C3EA}"/>
                </a:ext>
              </a:extLst>
            </p:cNvPr>
            <p:cNvCxnSpPr>
              <a:stCxn id="3094" idx="4"/>
              <a:endCxn id="3095" idx="0"/>
            </p:cNvCxnSpPr>
            <p:nvPr/>
          </p:nvCxnSpPr>
          <p:spPr>
            <a:xfrm>
              <a:off x="5306982" y="899884"/>
              <a:ext cx="0" cy="778218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1" name="Straight Connector 3100">
              <a:extLst>
                <a:ext uri="{FF2B5EF4-FFF2-40B4-BE49-F238E27FC236}">
                  <a16:creationId xmlns:a16="http://schemas.microsoft.com/office/drawing/2014/main" id="{480EA1CE-36DD-DB3A-C8C6-21B63E0D95A3}"/>
                </a:ext>
              </a:extLst>
            </p:cNvPr>
            <p:cNvCxnSpPr>
              <a:cxnSpLocks/>
              <a:stCxn id="3095" idx="4"/>
              <a:endCxn id="3096" idx="0"/>
            </p:cNvCxnSpPr>
            <p:nvPr/>
          </p:nvCxnSpPr>
          <p:spPr>
            <a:xfrm>
              <a:off x="5306982" y="1961566"/>
              <a:ext cx="0" cy="776409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2" name="Straight Connector 3101">
              <a:extLst>
                <a:ext uri="{FF2B5EF4-FFF2-40B4-BE49-F238E27FC236}">
                  <a16:creationId xmlns:a16="http://schemas.microsoft.com/office/drawing/2014/main" id="{D17154A0-D47A-B587-4AFF-69B78DCCB357}"/>
                </a:ext>
              </a:extLst>
            </p:cNvPr>
            <p:cNvCxnSpPr>
              <a:cxnSpLocks/>
              <a:stCxn id="3096" idx="4"/>
              <a:endCxn id="3097" idx="0"/>
            </p:cNvCxnSpPr>
            <p:nvPr/>
          </p:nvCxnSpPr>
          <p:spPr>
            <a:xfrm>
              <a:off x="5306982" y="3019629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3" name="Straight Connector 3102">
              <a:extLst>
                <a:ext uri="{FF2B5EF4-FFF2-40B4-BE49-F238E27FC236}">
                  <a16:creationId xmlns:a16="http://schemas.microsoft.com/office/drawing/2014/main" id="{1356E626-FB67-B1C5-8D59-12044798A56B}"/>
                </a:ext>
              </a:extLst>
            </p:cNvPr>
            <p:cNvCxnSpPr>
              <a:cxnSpLocks/>
              <a:stCxn id="3097" idx="4"/>
              <a:endCxn id="3098" idx="0"/>
            </p:cNvCxnSpPr>
            <p:nvPr/>
          </p:nvCxnSpPr>
          <p:spPr>
            <a:xfrm>
              <a:off x="5306982" y="4080988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4" name="Straight Connector 3103">
              <a:extLst>
                <a:ext uri="{FF2B5EF4-FFF2-40B4-BE49-F238E27FC236}">
                  <a16:creationId xmlns:a16="http://schemas.microsoft.com/office/drawing/2014/main" id="{4310215C-FBF3-1442-13D7-3DCDA886A569}"/>
                </a:ext>
              </a:extLst>
            </p:cNvPr>
            <p:cNvCxnSpPr>
              <a:cxnSpLocks/>
              <a:stCxn id="3098" idx="4"/>
              <a:endCxn id="3099" idx="0"/>
            </p:cNvCxnSpPr>
            <p:nvPr/>
          </p:nvCxnSpPr>
          <p:spPr>
            <a:xfrm>
              <a:off x="5306982" y="5142347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1" name="Straight Connector 3110">
              <a:extLst>
                <a:ext uri="{FF2B5EF4-FFF2-40B4-BE49-F238E27FC236}">
                  <a16:creationId xmlns:a16="http://schemas.microsoft.com/office/drawing/2014/main" id="{D152475D-0D3A-030D-7AB3-4F9DD0B32254}"/>
                </a:ext>
              </a:extLst>
            </p:cNvPr>
            <p:cNvCxnSpPr>
              <a:stCxn id="3105" idx="4"/>
              <a:endCxn id="3106" idx="0"/>
            </p:cNvCxnSpPr>
            <p:nvPr/>
          </p:nvCxnSpPr>
          <p:spPr>
            <a:xfrm>
              <a:off x="6365876" y="899884"/>
              <a:ext cx="0" cy="778218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2" name="Straight Connector 3111">
              <a:extLst>
                <a:ext uri="{FF2B5EF4-FFF2-40B4-BE49-F238E27FC236}">
                  <a16:creationId xmlns:a16="http://schemas.microsoft.com/office/drawing/2014/main" id="{20A1456E-D629-6408-33D8-C4ADA4044A5A}"/>
                </a:ext>
              </a:extLst>
            </p:cNvPr>
            <p:cNvCxnSpPr>
              <a:cxnSpLocks/>
              <a:stCxn id="3106" idx="4"/>
              <a:endCxn id="3107" idx="0"/>
            </p:cNvCxnSpPr>
            <p:nvPr/>
          </p:nvCxnSpPr>
          <p:spPr>
            <a:xfrm>
              <a:off x="6365876" y="1961566"/>
              <a:ext cx="0" cy="776409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3" name="Straight Connector 3112">
              <a:extLst>
                <a:ext uri="{FF2B5EF4-FFF2-40B4-BE49-F238E27FC236}">
                  <a16:creationId xmlns:a16="http://schemas.microsoft.com/office/drawing/2014/main" id="{20003D29-8E3C-C1F7-7807-9B9909E3D0FA}"/>
                </a:ext>
              </a:extLst>
            </p:cNvPr>
            <p:cNvCxnSpPr>
              <a:cxnSpLocks/>
              <a:stCxn id="3107" idx="4"/>
              <a:endCxn id="3108" idx="0"/>
            </p:cNvCxnSpPr>
            <p:nvPr/>
          </p:nvCxnSpPr>
          <p:spPr>
            <a:xfrm>
              <a:off x="6365876" y="3019629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4" name="Straight Connector 3113">
              <a:extLst>
                <a:ext uri="{FF2B5EF4-FFF2-40B4-BE49-F238E27FC236}">
                  <a16:creationId xmlns:a16="http://schemas.microsoft.com/office/drawing/2014/main" id="{55FF5259-54F0-4733-51BE-00C069766F8D}"/>
                </a:ext>
              </a:extLst>
            </p:cNvPr>
            <p:cNvCxnSpPr>
              <a:cxnSpLocks/>
              <a:stCxn id="3108" idx="4"/>
              <a:endCxn id="3109" idx="0"/>
            </p:cNvCxnSpPr>
            <p:nvPr/>
          </p:nvCxnSpPr>
          <p:spPr>
            <a:xfrm>
              <a:off x="6365876" y="4080988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5" name="Straight Connector 3114">
              <a:extLst>
                <a:ext uri="{FF2B5EF4-FFF2-40B4-BE49-F238E27FC236}">
                  <a16:creationId xmlns:a16="http://schemas.microsoft.com/office/drawing/2014/main" id="{B8D6DED6-5CBD-82CB-951A-C41B15213309}"/>
                </a:ext>
              </a:extLst>
            </p:cNvPr>
            <p:cNvCxnSpPr>
              <a:cxnSpLocks/>
              <a:stCxn id="3109" idx="4"/>
              <a:endCxn id="3110" idx="0"/>
            </p:cNvCxnSpPr>
            <p:nvPr/>
          </p:nvCxnSpPr>
          <p:spPr>
            <a:xfrm>
              <a:off x="6365876" y="5142347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6" name="Straight Connector 3115">
              <a:extLst>
                <a:ext uri="{FF2B5EF4-FFF2-40B4-BE49-F238E27FC236}">
                  <a16:creationId xmlns:a16="http://schemas.microsoft.com/office/drawing/2014/main" id="{28C204E2-21DD-4D81-F532-3609D011B08B}"/>
                </a:ext>
              </a:extLst>
            </p:cNvPr>
            <p:cNvCxnSpPr>
              <a:cxnSpLocks/>
              <a:stCxn id="3105" idx="2"/>
              <a:endCxn id="3094" idx="6"/>
            </p:cNvCxnSpPr>
            <p:nvPr/>
          </p:nvCxnSpPr>
          <p:spPr>
            <a:xfrm flipH="1">
              <a:off x="5447809" y="759057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7" name="Straight Connector 3116">
              <a:extLst>
                <a:ext uri="{FF2B5EF4-FFF2-40B4-BE49-F238E27FC236}">
                  <a16:creationId xmlns:a16="http://schemas.microsoft.com/office/drawing/2014/main" id="{37F6E4FC-67E0-72DC-83EF-9D07F3B98678}"/>
                </a:ext>
              </a:extLst>
            </p:cNvPr>
            <p:cNvCxnSpPr>
              <a:cxnSpLocks/>
              <a:stCxn id="3106" idx="2"/>
              <a:endCxn id="3095" idx="6"/>
            </p:cNvCxnSpPr>
            <p:nvPr/>
          </p:nvCxnSpPr>
          <p:spPr>
            <a:xfrm flipH="1">
              <a:off x="5447809" y="1819834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8" name="Straight Connector 3117">
              <a:extLst>
                <a:ext uri="{FF2B5EF4-FFF2-40B4-BE49-F238E27FC236}">
                  <a16:creationId xmlns:a16="http://schemas.microsoft.com/office/drawing/2014/main" id="{E0ED9A78-F869-F736-B61E-38F7284FA4FB}"/>
                </a:ext>
              </a:extLst>
            </p:cNvPr>
            <p:cNvCxnSpPr>
              <a:cxnSpLocks/>
              <a:stCxn id="3107" idx="2"/>
              <a:endCxn id="3096" idx="6"/>
            </p:cNvCxnSpPr>
            <p:nvPr/>
          </p:nvCxnSpPr>
          <p:spPr>
            <a:xfrm flipH="1">
              <a:off x="5447809" y="2878802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9" name="Straight Connector 3118">
              <a:extLst>
                <a:ext uri="{FF2B5EF4-FFF2-40B4-BE49-F238E27FC236}">
                  <a16:creationId xmlns:a16="http://schemas.microsoft.com/office/drawing/2014/main" id="{BDC92651-80E4-2DFC-A3C0-E530B9D71D70}"/>
                </a:ext>
              </a:extLst>
            </p:cNvPr>
            <p:cNvCxnSpPr>
              <a:cxnSpLocks/>
              <a:stCxn id="3109" idx="2"/>
              <a:endCxn id="3098" idx="6"/>
            </p:cNvCxnSpPr>
            <p:nvPr/>
          </p:nvCxnSpPr>
          <p:spPr>
            <a:xfrm flipH="1">
              <a:off x="5447809" y="5001520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0" name="Straight Connector 3119">
              <a:extLst>
                <a:ext uri="{FF2B5EF4-FFF2-40B4-BE49-F238E27FC236}">
                  <a16:creationId xmlns:a16="http://schemas.microsoft.com/office/drawing/2014/main" id="{38086F60-46DE-1A8B-3E70-298B22A05BF2}"/>
                </a:ext>
              </a:extLst>
            </p:cNvPr>
            <p:cNvCxnSpPr>
              <a:cxnSpLocks/>
              <a:stCxn id="3110" idx="2"/>
              <a:endCxn id="3099" idx="6"/>
            </p:cNvCxnSpPr>
            <p:nvPr/>
          </p:nvCxnSpPr>
          <p:spPr>
            <a:xfrm flipH="1">
              <a:off x="5447809" y="6062879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1" name="Straight Connector 3120">
              <a:extLst>
                <a:ext uri="{FF2B5EF4-FFF2-40B4-BE49-F238E27FC236}">
                  <a16:creationId xmlns:a16="http://schemas.microsoft.com/office/drawing/2014/main" id="{A34A62AD-5C0D-4D77-76D4-E155D3BCCA10}"/>
                </a:ext>
              </a:extLst>
            </p:cNvPr>
            <p:cNvCxnSpPr>
              <a:cxnSpLocks/>
              <a:stCxn id="3108" idx="2"/>
              <a:endCxn id="3097" idx="6"/>
            </p:cNvCxnSpPr>
            <p:nvPr/>
          </p:nvCxnSpPr>
          <p:spPr>
            <a:xfrm flipH="1">
              <a:off x="5447809" y="3940161"/>
              <a:ext cx="777240" cy="0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8" name="Straight Connector 3127">
              <a:extLst>
                <a:ext uri="{FF2B5EF4-FFF2-40B4-BE49-F238E27FC236}">
                  <a16:creationId xmlns:a16="http://schemas.microsoft.com/office/drawing/2014/main" id="{9D83AB34-D569-0B9B-1E7F-529527BC864D}"/>
                </a:ext>
              </a:extLst>
            </p:cNvPr>
            <p:cNvCxnSpPr>
              <a:stCxn id="3122" idx="4"/>
              <a:endCxn id="3123" idx="0"/>
            </p:cNvCxnSpPr>
            <p:nvPr/>
          </p:nvCxnSpPr>
          <p:spPr>
            <a:xfrm>
              <a:off x="7424770" y="899884"/>
              <a:ext cx="0" cy="778218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9" name="Straight Connector 3128">
              <a:extLst>
                <a:ext uri="{FF2B5EF4-FFF2-40B4-BE49-F238E27FC236}">
                  <a16:creationId xmlns:a16="http://schemas.microsoft.com/office/drawing/2014/main" id="{9E5E95E3-52D3-F810-FC2F-0CC9BA4C1CA0}"/>
                </a:ext>
              </a:extLst>
            </p:cNvPr>
            <p:cNvCxnSpPr>
              <a:cxnSpLocks/>
              <a:stCxn id="3123" idx="4"/>
              <a:endCxn id="3124" idx="0"/>
            </p:cNvCxnSpPr>
            <p:nvPr/>
          </p:nvCxnSpPr>
          <p:spPr>
            <a:xfrm>
              <a:off x="7424770" y="1961566"/>
              <a:ext cx="0" cy="776409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0" name="Straight Connector 3129">
              <a:extLst>
                <a:ext uri="{FF2B5EF4-FFF2-40B4-BE49-F238E27FC236}">
                  <a16:creationId xmlns:a16="http://schemas.microsoft.com/office/drawing/2014/main" id="{395F97F1-5E71-BB59-EE06-B33BCABD1542}"/>
                </a:ext>
              </a:extLst>
            </p:cNvPr>
            <p:cNvCxnSpPr>
              <a:cxnSpLocks/>
              <a:stCxn id="3124" idx="4"/>
              <a:endCxn id="3125" idx="0"/>
            </p:cNvCxnSpPr>
            <p:nvPr/>
          </p:nvCxnSpPr>
          <p:spPr>
            <a:xfrm>
              <a:off x="7424770" y="3019629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1" name="Straight Connector 3130">
              <a:extLst>
                <a:ext uri="{FF2B5EF4-FFF2-40B4-BE49-F238E27FC236}">
                  <a16:creationId xmlns:a16="http://schemas.microsoft.com/office/drawing/2014/main" id="{EF7B957C-06CE-CA6F-5409-DD8C17FAD50C}"/>
                </a:ext>
              </a:extLst>
            </p:cNvPr>
            <p:cNvCxnSpPr>
              <a:cxnSpLocks/>
              <a:stCxn id="3125" idx="4"/>
              <a:endCxn id="3126" idx="0"/>
            </p:cNvCxnSpPr>
            <p:nvPr/>
          </p:nvCxnSpPr>
          <p:spPr>
            <a:xfrm>
              <a:off x="7424770" y="4080988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2" name="Straight Connector 3131">
              <a:extLst>
                <a:ext uri="{FF2B5EF4-FFF2-40B4-BE49-F238E27FC236}">
                  <a16:creationId xmlns:a16="http://schemas.microsoft.com/office/drawing/2014/main" id="{586873D9-B194-CCA1-C243-597464688226}"/>
                </a:ext>
              </a:extLst>
            </p:cNvPr>
            <p:cNvCxnSpPr>
              <a:cxnSpLocks/>
              <a:stCxn id="3126" idx="4"/>
              <a:endCxn id="3127" idx="0"/>
            </p:cNvCxnSpPr>
            <p:nvPr/>
          </p:nvCxnSpPr>
          <p:spPr>
            <a:xfrm>
              <a:off x="7424770" y="5142347"/>
              <a:ext cx="0" cy="779705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3" name="Straight Connector 3132">
              <a:extLst>
                <a:ext uri="{FF2B5EF4-FFF2-40B4-BE49-F238E27FC236}">
                  <a16:creationId xmlns:a16="http://schemas.microsoft.com/office/drawing/2014/main" id="{0C819D20-F522-90E0-C657-61A32DD5C8AA}"/>
                </a:ext>
              </a:extLst>
            </p:cNvPr>
            <p:cNvCxnSpPr>
              <a:cxnSpLocks/>
              <a:stCxn id="3122" idx="2"/>
              <a:endCxn id="3105" idx="6"/>
            </p:cNvCxnSpPr>
            <p:nvPr/>
          </p:nvCxnSpPr>
          <p:spPr>
            <a:xfrm flipH="1">
              <a:off x="6506703" y="759057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4" name="Straight Connector 3133">
              <a:extLst>
                <a:ext uri="{FF2B5EF4-FFF2-40B4-BE49-F238E27FC236}">
                  <a16:creationId xmlns:a16="http://schemas.microsoft.com/office/drawing/2014/main" id="{B35754F4-0546-610C-5BA0-A0778824181A}"/>
                </a:ext>
              </a:extLst>
            </p:cNvPr>
            <p:cNvCxnSpPr>
              <a:cxnSpLocks/>
              <a:stCxn id="3123" idx="2"/>
              <a:endCxn id="3106" idx="6"/>
            </p:cNvCxnSpPr>
            <p:nvPr/>
          </p:nvCxnSpPr>
          <p:spPr>
            <a:xfrm flipH="1">
              <a:off x="6506703" y="1819834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5" name="Straight Connector 3134">
              <a:extLst>
                <a:ext uri="{FF2B5EF4-FFF2-40B4-BE49-F238E27FC236}">
                  <a16:creationId xmlns:a16="http://schemas.microsoft.com/office/drawing/2014/main" id="{BADFDF89-6BFD-93EB-C552-2B2709689000}"/>
                </a:ext>
              </a:extLst>
            </p:cNvPr>
            <p:cNvCxnSpPr>
              <a:cxnSpLocks/>
              <a:stCxn id="3124" idx="2"/>
              <a:endCxn id="3107" idx="6"/>
            </p:cNvCxnSpPr>
            <p:nvPr/>
          </p:nvCxnSpPr>
          <p:spPr>
            <a:xfrm flipH="1">
              <a:off x="6506703" y="2878802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6" name="Straight Connector 3135">
              <a:extLst>
                <a:ext uri="{FF2B5EF4-FFF2-40B4-BE49-F238E27FC236}">
                  <a16:creationId xmlns:a16="http://schemas.microsoft.com/office/drawing/2014/main" id="{8526FB05-3B05-46B9-3DEA-1909D4512A91}"/>
                </a:ext>
              </a:extLst>
            </p:cNvPr>
            <p:cNvCxnSpPr>
              <a:cxnSpLocks/>
              <a:stCxn id="3126" idx="2"/>
              <a:endCxn id="3109" idx="6"/>
            </p:cNvCxnSpPr>
            <p:nvPr/>
          </p:nvCxnSpPr>
          <p:spPr>
            <a:xfrm flipH="1">
              <a:off x="6506703" y="5001520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7" name="Straight Connector 3136">
              <a:extLst>
                <a:ext uri="{FF2B5EF4-FFF2-40B4-BE49-F238E27FC236}">
                  <a16:creationId xmlns:a16="http://schemas.microsoft.com/office/drawing/2014/main" id="{6C184352-C1B6-7FCA-D01A-BB86296D6C41}"/>
                </a:ext>
              </a:extLst>
            </p:cNvPr>
            <p:cNvCxnSpPr>
              <a:cxnSpLocks/>
              <a:stCxn id="3127" idx="2"/>
              <a:endCxn id="3110" idx="6"/>
            </p:cNvCxnSpPr>
            <p:nvPr/>
          </p:nvCxnSpPr>
          <p:spPr>
            <a:xfrm flipH="1">
              <a:off x="6506703" y="6062879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8" name="Straight Connector 3137">
              <a:extLst>
                <a:ext uri="{FF2B5EF4-FFF2-40B4-BE49-F238E27FC236}">
                  <a16:creationId xmlns:a16="http://schemas.microsoft.com/office/drawing/2014/main" id="{63451703-8A97-4128-FC8D-B395A9551DF4}"/>
                </a:ext>
              </a:extLst>
            </p:cNvPr>
            <p:cNvCxnSpPr>
              <a:cxnSpLocks/>
              <a:stCxn id="3125" idx="2"/>
              <a:endCxn id="3108" idx="6"/>
            </p:cNvCxnSpPr>
            <p:nvPr/>
          </p:nvCxnSpPr>
          <p:spPr>
            <a:xfrm flipH="1">
              <a:off x="6506703" y="3940161"/>
              <a:ext cx="777240" cy="0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9" name="Straight Connector 3138">
              <a:extLst>
                <a:ext uri="{FF2B5EF4-FFF2-40B4-BE49-F238E27FC236}">
                  <a16:creationId xmlns:a16="http://schemas.microsoft.com/office/drawing/2014/main" id="{93597B10-CD62-7F57-10A2-F74B159509AA}"/>
                </a:ext>
              </a:extLst>
            </p:cNvPr>
            <p:cNvCxnSpPr>
              <a:cxnSpLocks/>
              <a:stCxn id="3094" idx="2"/>
              <a:endCxn id="61" idx="6"/>
            </p:cNvCxnSpPr>
            <p:nvPr/>
          </p:nvCxnSpPr>
          <p:spPr>
            <a:xfrm flipH="1">
              <a:off x="4388915" y="759057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2" name="Straight Connector 3141">
              <a:extLst>
                <a:ext uri="{FF2B5EF4-FFF2-40B4-BE49-F238E27FC236}">
                  <a16:creationId xmlns:a16="http://schemas.microsoft.com/office/drawing/2014/main" id="{F73625C9-4899-9C3A-6131-9D961E51B417}"/>
                </a:ext>
              </a:extLst>
            </p:cNvPr>
            <p:cNvCxnSpPr>
              <a:cxnSpLocks/>
              <a:stCxn id="3095" idx="2"/>
              <a:endCxn id="62" idx="6"/>
            </p:cNvCxnSpPr>
            <p:nvPr/>
          </p:nvCxnSpPr>
          <p:spPr>
            <a:xfrm flipH="1">
              <a:off x="4388915" y="1819834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" name="Straight Connector 3144">
              <a:extLst>
                <a:ext uri="{FF2B5EF4-FFF2-40B4-BE49-F238E27FC236}">
                  <a16:creationId xmlns:a16="http://schemas.microsoft.com/office/drawing/2014/main" id="{319F606C-514C-7E74-6B42-D298ACB22960}"/>
                </a:ext>
              </a:extLst>
            </p:cNvPr>
            <p:cNvCxnSpPr>
              <a:cxnSpLocks/>
              <a:stCxn id="3096" idx="2"/>
              <a:endCxn id="63" idx="6"/>
            </p:cNvCxnSpPr>
            <p:nvPr/>
          </p:nvCxnSpPr>
          <p:spPr>
            <a:xfrm flipH="1">
              <a:off x="4388915" y="2878802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8" name="Straight Connector 3147">
              <a:extLst>
                <a:ext uri="{FF2B5EF4-FFF2-40B4-BE49-F238E27FC236}">
                  <a16:creationId xmlns:a16="http://schemas.microsoft.com/office/drawing/2014/main" id="{DC170AAA-6AF4-74D5-075D-0E2063CE08BC}"/>
                </a:ext>
              </a:extLst>
            </p:cNvPr>
            <p:cNvCxnSpPr>
              <a:cxnSpLocks/>
              <a:stCxn id="3097" idx="2"/>
              <a:endCxn id="3072" idx="6"/>
            </p:cNvCxnSpPr>
            <p:nvPr/>
          </p:nvCxnSpPr>
          <p:spPr>
            <a:xfrm flipH="1">
              <a:off x="4388915" y="3940161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1" name="Straight Connector 3150">
              <a:extLst>
                <a:ext uri="{FF2B5EF4-FFF2-40B4-BE49-F238E27FC236}">
                  <a16:creationId xmlns:a16="http://schemas.microsoft.com/office/drawing/2014/main" id="{C2945FA0-95F0-04AB-0605-1BC2F746B7D1}"/>
                </a:ext>
              </a:extLst>
            </p:cNvPr>
            <p:cNvCxnSpPr>
              <a:cxnSpLocks/>
              <a:stCxn id="3098" idx="2"/>
              <a:endCxn id="3073" idx="6"/>
            </p:cNvCxnSpPr>
            <p:nvPr/>
          </p:nvCxnSpPr>
          <p:spPr>
            <a:xfrm flipH="1">
              <a:off x="4388915" y="5001520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4" name="Straight Connector 3153">
              <a:extLst>
                <a:ext uri="{FF2B5EF4-FFF2-40B4-BE49-F238E27FC236}">
                  <a16:creationId xmlns:a16="http://schemas.microsoft.com/office/drawing/2014/main" id="{3F0AB7E6-E862-19B6-9DBA-F41EACBA3292}"/>
                </a:ext>
              </a:extLst>
            </p:cNvPr>
            <p:cNvCxnSpPr>
              <a:cxnSpLocks/>
              <a:stCxn id="3099" idx="2"/>
              <a:endCxn id="3075" idx="6"/>
            </p:cNvCxnSpPr>
            <p:nvPr/>
          </p:nvCxnSpPr>
          <p:spPr>
            <a:xfrm flipH="1">
              <a:off x="4388915" y="6062879"/>
              <a:ext cx="77724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7" name="Straight Connector 3156">
              <a:extLst>
                <a:ext uri="{FF2B5EF4-FFF2-40B4-BE49-F238E27FC236}">
                  <a16:creationId xmlns:a16="http://schemas.microsoft.com/office/drawing/2014/main" id="{90D06687-71C5-BAED-69A8-6DB00FE1D5F6}"/>
                </a:ext>
              </a:extLst>
            </p:cNvPr>
            <p:cNvCxnSpPr>
              <a:cxnSpLocks/>
              <a:stCxn id="3127" idx="4"/>
            </p:cNvCxnSpPr>
            <p:nvPr/>
          </p:nvCxnSpPr>
          <p:spPr>
            <a:xfrm>
              <a:off x="7424770" y="6203706"/>
              <a:ext cx="0" cy="393192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0" name="Straight Connector 3159">
              <a:extLst>
                <a:ext uri="{FF2B5EF4-FFF2-40B4-BE49-F238E27FC236}">
                  <a16:creationId xmlns:a16="http://schemas.microsoft.com/office/drawing/2014/main" id="{719F0D1C-07E9-3A35-53E3-061DE49A3676}"/>
                </a:ext>
              </a:extLst>
            </p:cNvPr>
            <p:cNvCxnSpPr>
              <a:cxnSpLocks/>
              <a:stCxn id="3110" idx="4"/>
            </p:cNvCxnSpPr>
            <p:nvPr/>
          </p:nvCxnSpPr>
          <p:spPr>
            <a:xfrm>
              <a:off x="6365876" y="6203706"/>
              <a:ext cx="0" cy="393192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4" name="Straight Connector 3163">
              <a:extLst>
                <a:ext uri="{FF2B5EF4-FFF2-40B4-BE49-F238E27FC236}">
                  <a16:creationId xmlns:a16="http://schemas.microsoft.com/office/drawing/2014/main" id="{174CF3E2-D347-0696-1B50-1D910E9B6817}"/>
                </a:ext>
              </a:extLst>
            </p:cNvPr>
            <p:cNvCxnSpPr>
              <a:cxnSpLocks/>
            </p:cNvCxnSpPr>
            <p:nvPr/>
          </p:nvCxnSpPr>
          <p:spPr>
            <a:xfrm>
              <a:off x="5306982" y="6203706"/>
              <a:ext cx="0" cy="393192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5" name="Straight Connector 3164">
              <a:extLst>
                <a:ext uri="{FF2B5EF4-FFF2-40B4-BE49-F238E27FC236}">
                  <a16:creationId xmlns:a16="http://schemas.microsoft.com/office/drawing/2014/main" id="{C4E86384-A327-85EA-4656-64ECABD012C6}"/>
                </a:ext>
              </a:extLst>
            </p:cNvPr>
            <p:cNvCxnSpPr>
              <a:cxnSpLocks/>
            </p:cNvCxnSpPr>
            <p:nvPr/>
          </p:nvCxnSpPr>
          <p:spPr>
            <a:xfrm>
              <a:off x="4248088" y="6203706"/>
              <a:ext cx="0" cy="393192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6" name="Straight Connector 3165">
              <a:extLst>
                <a:ext uri="{FF2B5EF4-FFF2-40B4-BE49-F238E27FC236}">
                  <a16:creationId xmlns:a16="http://schemas.microsoft.com/office/drawing/2014/main" id="{DCEBA4B8-A5D3-F84D-5F4E-CD589C46AC54}"/>
                </a:ext>
              </a:extLst>
            </p:cNvPr>
            <p:cNvCxnSpPr>
              <a:cxnSpLocks/>
            </p:cNvCxnSpPr>
            <p:nvPr/>
          </p:nvCxnSpPr>
          <p:spPr>
            <a:xfrm>
              <a:off x="3185916" y="6203706"/>
              <a:ext cx="0" cy="393192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7" name="Straight Connector 3166">
              <a:extLst>
                <a:ext uri="{FF2B5EF4-FFF2-40B4-BE49-F238E27FC236}">
                  <a16:creationId xmlns:a16="http://schemas.microsoft.com/office/drawing/2014/main" id="{6978A97C-34E2-590D-9AEE-0B1CF2B800F8}"/>
                </a:ext>
              </a:extLst>
            </p:cNvPr>
            <p:cNvCxnSpPr>
              <a:cxnSpLocks/>
            </p:cNvCxnSpPr>
            <p:nvPr/>
          </p:nvCxnSpPr>
          <p:spPr>
            <a:xfrm>
              <a:off x="2130300" y="6203706"/>
              <a:ext cx="0" cy="393192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8" name="Straight Connector 3167">
              <a:extLst>
                <a:ext uri="{FF2B5EF4-FFF2-40B4-BE49-F238E27FC236}">
                  <a16:creationId xmlns:a16="http://schemas.microsoft.com/office/drawing/2014/main" id="{9146D986-43EA-D46E-2B14-DD86ED22954C}"/>
                </a:ext>
              </a:extLst>
            </p:cNvPr>
            <p:cNvCxnSpPr>
              <a:cxnSpLocks/>
              <a:endCxn id="2" idx="0"/>
            </p:cNvCxnSpPr>
            <p:nvPr/>
          </p:nvCxnSpPr>
          <p:spPr>
            <a:xfrm>
              <a:off x="2130300" y="225038"/>
              <a:ext cx="0" cy="393192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0" name="Straight Connector 3169">
              <a:extLst>
                <a:ext uri="{FF2B5EF4-FFF2-40B4-BE49-F238E27FC236}">
                  <a16:creationId xmlns:a16="http://schemas.microsoft.com/office/drawing/2014/main" id="{C0206EF2-34A3-1CA1-CE31-7CABB2AC6C2C}"/>
                </a:ext>
              </a:extLst>
            </p:cNvPr>
            <p:cNvCxnSpPr>
              <a:cxnSpLocks/>
            </p:cNvCxnSpPr>
            <p:nvPr/>
          </p:nvCxnSpPr>
          <p:spPr>
            <a:xfrm>
              <a:off x="3189194" y="225038"/>
              <a:ext cx="0" cy="393192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1" name="Straight Connector 3170">
              <a:extLst>
                <a:ext uri="{FF2B5EF4-FFF2-40B4-BE49-F238E27FC236}">
                  <a16:creationId xmlns:a16="http://schemas.microsoft.com/office/drawing/2014/main" id="{FB0CE217-BE1E-72C2-61F8-DE9B8F63C9DF}"/>
                </a:ext>
              </a:extLst>
            </p:cNvPr>
            <p:cNvCxnSpPr>
              <a:cxnSpLocks/>
            </p:cNvCxnSpPr>
            <p:nvPr/>
          </p:nvCxnSpPr>
          <p:spPr>
            <a:xfrm>
              <a:off x="4248088" y="225038"/>
              <a:ext cx="0" cy="393192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2" name="Straight Connector 3171">
              <a:extLst>
                <a:ext uri="{FF2B5EF4-FFF2-40B4-BE49-F238E27FC236}">
                  <a16:creationId xmlns:a16="http://schemas.microsoft.com/office/drawing/2014/main" id="{ED2140CE-D923-DF05-6948-C1906F1872EF}"/>
                </a:ext>
              </a:extLst>
            </p:cNvPr>
            <p:cNvCxnSpPr>
              <a:cxnSpLocks/>
            </p:cNvCxnSpPr>
            <p:nvPr/>
          </p:nvCxnSpPr>
          <p:spPr>
            <a:xfrm>
              <a:off x="5306982" y="225038"/>
              <a:ext cx="0" cy="393192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4" name="Straight Connector 3173">
              <a:extLst>
                <a:ext uri="{FF2B5EF4-FFF2-40B4-BE49-F238E27FC236}">
                  <a16:creationId xmlns:a16="http://schemas.microsoft.com/office/drawing/2014/main" id="{2B6928E9-454F-CCCC-3038-7526E4187E97}"/>
                </a:ext>
              </a:extLst>
            </p:cNvPr>
            <p:cNvCxnSpPr>
              <a:cxnSpLocks/>
              <a:endCxn id="3105" idx="0"/>
            </p:cNvCxnSpPr>
            <p:nvPr/>
          </p:nvCxnSpPr>
          <p:spPr>
            <a:xfrm>
              <a:off x="6365876" y="225038"/>
              <a:ext cx="0" cy="393192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7ADC3D7A-B018-2867-7D41-245F09E4F7E6}"/>
                </a:ext>
              </a:extLst>
            </p:cNvPr>
            <p:cNvCxnSpPr>
              <a:cxnSpLocks/>
              <a:endCxn id="3122" idx="0"/>
            </p:cNvCxnSpPr>
            <p:nvPr/>
          </p:nvCxnSpPr>
          <p:spPr>
            <a:xfrm>
              <a:off x="7423151" y="225038"/>
              <a:ext cx="1619" cy="393192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8" name="Straight Connector 3177">
              <a:extLst>
                <a:ext uri="{FF2B5EF4-FFF2-40B4-BE49-F238E27FC236}">
                  <a16:creationId xmlns:a16="http://schemas.microsoft.com/office/drawing/2014/main" id="{3A8244AD-B33B-98CB-2511-A03B81E31F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5597" y="759057"/>
              <a:ext cx="39323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0" name="Straight Connector 3179">
              <a:extLst>
                <a:ext uri="{FF2B5EF4-FFF2-40B4-BE49-F238E27FC236}">
                  <a16:creationId xmlns:a16="http://schemas.microsoft.com/office/drawing/2014/main" id="{49CE6DC0-0F5C-48F7-6EB6-18E25EDEFD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5597" y="1819834"/>
              <a:ext cx="39323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1" name="Straight Connector 3180">
              <a:extLst>
                <a:ext uri="{FF2B5EF4-FFF2-40B4-BE49-F238E27FC236}">
                  <a16:creationId xmlns:a16="http://schemas.microsoft.com/office/drawing/2014/main" id="{FC5CACA3-BC56-F790-060E-9622BF0C3A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5597" y="2878802"/>
              <a:ext cx="39323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2" name="Straight Connector 3181">
              <a:extLst>
                <a:ext uri="{FF2B5EF4-FFF2-40B4-BE49-F238E27FC236}">
                  <a16:creationId xmlns:a16="http://schemas.microsoft.com/office/drawing/2014/main" id="{654A8137-F6A4-63C3-7A6D-07659F99DD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5597" y="3946163"/>
              <a:ext cx="39323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3" name="Straight Connector 3182">
              <a:extLst>
                <a:ext uri="{FF2B5EF4-FFF2-40B4-BE49-F238E27FC236}">
                  <a16:creationId xmlns:a16="http://schemas.microsoft.com/office/drawing/2014/main" id="{D5945645-4004-EB2E-8988-4615E7658B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5597" y="5002083"/>
              <a:ext cx="39323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4" name="Straight Connector 3183">
              <a:extLst>
                <a:ext uri="{FF2B5EF4-FFF2-40B4-BE49-F238E27FC236}">
                  <a16:creationId xmlns:a16="http://schemas.microsoft.com/office/drawing/2014/main" id="{323958B9-038F-AC1E-82A3-3109B99315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5597" y="6062879"/>
              <a:ext cx="39323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5" name="Straight Connector 3184">
              <a:extLst>
                <a:ext uri="{FF2B5EF4-FFF2-40B4-BE49-F238E27FC236}">
                  <a16:creationId xmlns:a16="http://schemas.microsoft.com/office/drawing/2014/main" id="{125B18E1-6685-6D3D-0C00-DCD025E869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243" y="759057"/>
              <a:ext cx="39323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6" name="Straight Connector 3185">
              <a:extLst>
                <a:ext uri="{FF2B5EF4-FFF2-40B4-BE49-F238E27FC236}">
                  <a16:creationId xmlns:a16="http://schemas.microsoft.com/office/drawing/2014/main" id="{57157F38-6DBD-59F7-FF43-08C4F6C6BA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243" y="1819834"/>
              <a:ext cx="39323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7" name="Straight Connector 3186">
              <a:extLst>
                <a:ext uri="{FF2B5EF4-FFF2-40B4-BE49-F238E27FC236}">
                  <a16:creationId xmlns:a16="http://schemas.microsoft.com/office/drawing/2014/main" id="{6CDB7366-45C9-DF16-EA33-5023867FB5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243" y="2878802"/>
              <a:ext cx="39323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8" name="Straight Connector 3187">
              <a:extLst>
                <a:ext uri="{FF2B5EF4-FFF2-40B4-BE49-F238E27FC236}">
                  <a16:creationId xmlns:a16="http://schemas.microsoft.com/office/drawing/2014/main" id="{D9EDCA92-6FCF-66F2-4BE7-5067911093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243" y="3946163"/>
              <a:ext cx="39323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9" name="Straight Connector 3188">
              <a:extLst>
                <a:ext uri="{FF2B5EF4-FFF2-40B4-BE49-F238E27FC236}">
                  <a16:creationId xmlns:a16="http://schemas.microsoft.com/office/drawing/2014/main" id="{84F881AC-B02D-3B6F-A41F-369E14D4EC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243" y="5002083"/>
              <a:ext cx="39323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0" name="Straight Connector 3189">
              <a:extLst>
                <a:ext uri="{FF2B5EF4-FFF2-40B4-BE49-F238E27FC236}">
                  <a16:creationId xmlns:a16="http://schemas.microsoft.com/office/drawing/2014/main" id="{DE58DB30-D912-E661-661D-D3D860DDF8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243" y="6062879"/>
              <a:ext cx="393230" cy="0"/>
            </a:xfrm>
            <a:prstGeom prst="line">
              <a:avLst/>
            </a:prstGeom>
            <a:ln w="5080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7" name="Rectangle 3216">
            <a:extLst>
              <a:ext uri="{FF2B5EF4-FFF2-40B4-BE49-F238E27FC236}">
                <a16:creationId xmlns:a16="http://schemas.microsoft.com/office/drawing/2014/main" id="{9B771B3E-7295-4C28-EDD2-7932F18E8395}"/>
              </a:ext>
            </a:extLst>
          </p:cNvPr>
          <p:cNvSpPr/>
          <p:nvPr/>
        </p:nvSpPr>
        <p:spPr>
          <a:xfrm>
            <a:off x="1614881" y="201881"/>
            <a:ext cx="6361958" cy="6377049"/>
          </a:xfrm>
          <a:prstGeom prst="rect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8" name="Triangle 3217">
            <a:extLst>
              <a:ext uri="{FF2B5EF4-FFF2-40B4-BE49-F238E27FC236}">
                <a16:creationId xmlns:a16="http://schemas.microsoft.com/office/drawing/2014/main" id="{45208BE2-8BEA-9185-918F-25EF3EF1FBFD}"/>
              </a:ext>
            </a:extLst>
          </p:cNvPr>
          <p:cNvSpPr/>
          <p:nvPr/>
        </p:nvSpPr>
        <p:spPr>
          <a:xfrm rot="5400000">
            <a:off x="4665002" y="6441935"/>
            <a:ext cx="268968" cy="273990"/>
          </a:xfrm>
          <a:prstGeom prst="triangle">
            <a:avLst/>
          </a:prstGeom>
          <a:solidFill>
            <a:srgbClr val="1814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9" name="Triangle 3218">
            <a:extLst>
              <a:ext uri="{FF2B5EF4-FFF2-40B4-BE49-F238E27FC236}">
                <a16:creationId xmlns:a16="http://schemas.microsoft.com/office/drawing/2014/main" id="{F5895009-F3D8-8293-6A0F-A833E3F8F22F}"/>
              </a:ext>
            </a:extLst>
          </p:cNvPr>
          <p:cNvSpPr/>
          <p:nvPr/>
        </p:nvSpPr>
        <p:spPr>
          <a:xfrm rot="5400000">
            <a:off x="4665002" y="64886"/>
            <a:ext cx="268968" cy="273990"/>
          </a:xfrm>
          <a:prstGeom prst="triangle">
            <a:avLst/>
          </a:prstGeom>
          <a:solidFill>
            <a:srgbClr val="1814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22" name="Group 3221">
            <a:extLst>
              <a:ext uri="{FF2B5EF4-FFF2-40B4-BE49-F238E27FC236}">
                <a16:creationId xmlns:a16="http://schemas.microsoft.com/office/drawing/2014/main" id="{ADC00373-7811-5E8D-CFE7-B979D513FF49}"/>
              </a:ext>
            </a:extLst>
          </p:cNvPr>
          <p:cNvGrpSpPr/>
          <p:nvPr/>
        </p:nvGrpSpPr>
        <p:grpSpPr>
          <a:xfrm>
            <a:off x="7842355" y="3116415"/>
            <a:ext cx="268968" cy="547980"/>
            <a:chOff x="9701919" y="3086276"/>
            <a:chExt cx="268968" cy="547980"/>
          </a:xfrm>
        </p:grpSpPr>
        <p:sp>
          <p:nvSpPr>
            <p:cNvPr id="3220" name="Triangle 3219">
              <a:extLst>
                <a:ext uri="{FF2B5EF4-FFF2-40B4-BE49-F238E27FC236}">
                  <a16:creationId xmlns:a16="http://schemas.microsoft.com/office/drawing/2014/main" id="{6BF20A40-DAE8-343D-8D41-437AE4BA7A21}"/>
                </a:ext>
              </a:extLst>
            </p:cNvPr>
            <p:cNvSpPr/>
            <p:nvPr/>
          </p:nvSpPr>
          <p:spPr>
            <a:xfrm>
              <a:off x="9701919" y="3086276"/>
              <a:ext cx="268968" cy="273990"/>
            </a:xfrm>
            <a:prstGeom prst="triangle">
              <a:avLst/>
            </a:prstGeom>
            <a:solidFill>
              <a:srgbClr val="1814A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1" name="Triangle 3220">
              <a:extLst>
                <a:ext uri="{FF2B5EF4-FFF2-40B4-BE49-F238E27FC236}">
                  <a16:creationId xmlns:a16="http://schemas.microsoft.com/office/drawing/2014/main" id="{DBF5C371-CD65-E9EE-9E7B-64F473F8C5EB}"/>
                </a:ext>
              </a:extLst>
            </p:cNvPr>
            <p:cNvSpPr/>
            <p:nvPr/>
          </p:nvSpPr>
          <p:spPr>
            <a:xfrm>
              <a:off x="9701919" y="3360266"/>
              <a:ext cx="268968" cy="273990"/>
            </a:xfrm>
            <a:prstGeom prst="triangle">
              <a:avLst/>
            </a:prstGeom>
            <a:solidFill>
              <a:srgbClr val="1814A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23" name="Group 3222">
            <a:extLst>
              <a:ext uri="{FF2B5EF4-FFF2-40B4-BE49-F238E27FC236}">
                <a16:creationId xmlns:a16="http://schemas.microsoft.com/office/drawing/2014/main" id="{1B7EF9F6-9A6A-71B2-7840-C491D0EBCBBC}"/>
              </a:ext>
            </a:extLst>
          </p:cNvPr>
          <p:cNvGrpSpPr/>
          <p:nvPr/>
        </p:nvGrpSpPr>
        <p:grpSpPr>
          <a:xfrm>
            <a:off x="1480397" y="3116415"/>
            <a:ext cx="268968" cy="547980"/>
            <a:chOff x="9701919" y="3086276"/>
            <a:chExt cx="268968" cy="547980"/>
          </a:xfrm>
        </p:grpSpPr>
        <p:sp>
          <p:nvSpPr>
            <p:cNvPr id="3224" name="Triangle 3223">
              <a:extLst>
                <a:ext uri="{FF2B5EF4-FFF2-40B4-BE49-F238E27FC236}">
                  <a16:creationId xmlns:a16="http://schemas.microsoft.com/office/drawing/2014/main" id="{B8ED120D-517B-E0D1-B768-69A3E5A0A605}"/>
                </a:ext>
              </a:extLst>
            </p:cNvPr>
            <p:cNvSpPr/>
            <p:nvPr/>
          </p:nvSpPr>
          <p:spPr>
            <a:xfrm>
              <a:off x="9701919" y="3086276"/>
              <a:ext cx="268968" cy="273990"/>
            </a:xfrm>
            <a:prstGeom prst="triangle">
              <a:avLst/>
            </a:prstGeom>
            <a:solidFill>
              <a:srgbClr val="1814A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5" name="Triangle 3224">
              <a:extLst>
                <a:ext uri="{FF2B5EF4-FFF2-40B4-BE49-F238E27FC236}">
                  <a16:creationId xmlns:a16="http://schemas.microsoft.com/office/drawing/2014/main" id="{65EEC927-8428-7225-826A-3C9DE96936CB}"/>
                </a:ext>
              </a:extLst>
            </p:cNvPr>
            <p:cNvSpPr/>
            <p:nvPr/>
          </p:nvSpPr>
          <p:spPr>
            <a:xfrm>
              <a:off x="9701919" y="3360266"/>
              <a:ext cx="268968" cy="273990"/>
            </a:xfrm>
            <a:prstGeom prst="triangle">
              <a:avLst/>
            </a:prstGeom>
            <a:solidFill>
              <a:srgbClr val="1814A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35" name="Oval 3334">
            <a:extLst>
              <a:ext uri="{FF2B5EF4-FFF2-40B4-BE49-F238E27FC236}">
                <a16:creationId xmlns:a16="http://schemas.microsoft.com/office/drawing/2014/main" id="{E9E806E6-ADB1-64A2-ABE6-D8530438FC50}"/>
              </a:ext>
            </a:extLst>
          </p:cNvPr>
          <p:cNvSpPr/>
          <p:nvPr/>
        </p:nvSpPr>
        <p:spPr>
          <a:xfrm rot="5400000">
            <a:off x="2282953" y="880726"/>
            <a:ext cx="763734" cy="186733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8" name="Oval 3337">
            <a:extLst>
              <a:ext uri="{FF2B5EF4-FFF2-40B4-BE49-F238E27FC236}">
                <a16:creationId xmlns:a16="http://schemas.microsoft.com/office/drawing/2014/main" id="{B7C84035-8097-A120-1E95-2090FF659ABD}"/>
              </a:ext>
            </a:extLst>
          </p:cNvPr>
          <p:cNvSpPr/>
          <p:nvPr/>
        </p:nvSpPr>
        <p:spPr>
          <a:xfrm>
            <a:off x="2814787" y="4596161"/>
            <a:ext cx="763734" cy="186733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9" name="Oval 3338">
            <a:extLst>
              <a:ext uri="{FF2B5EF4-FFF2-40B4-BE49-F238E27FC236}">
                <a16:creationId xmlns:a16="http://schemas.microsoft.com/office/drawing/2014/main" id="{A29C4BAB-069F-A44D-D359-2EA003A4D31A}"/>
              </a:ext>
            </a:extLst>
          </p:cNvPr>
          <p:cNvSpPr/>
          <p:nvPr/>
        </p:nvSpPr>
        <p:spPr>
          <a:xfrm rot="5400000">
            <a:off x="4919576" y="3546657"/>
            <a:ext cx="763734" cy="772389"/>
          </a:xfrm>
          <a:prstGeom prst="ellipse">
            <a:avLst/>
          </a:prstGeom>
          <a:solidFill>
            <a:srgbClr val="FF0000">
              <a:alpha val="25098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" name="Oval 3378">
            <a:extLst>
              <a:ext uri="{FF2B5EF4-FFF2-40B4-BE49-F238E27FC236}">
                <a16:creationId xmlns:a16="http://schemas.microsoft.com/office/drawing/2014/main" id="{34C60C7B-758D-8F7A-A2D1-C8A37AF89881}"/>
              </a:ext>
            </a:extLst>
          </p:cNvPr>
          <p:cNvSpPr/>
          <p:nvPr/>
        </p:nvSpPr>
        <p:spPr>
          <a:xfrm rot="5400000">
            <a:off x="3859689" y="4607676"/>
            <a:ext cx="763734" cy="772389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9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78637-466F-ECF8-D6BD-4EDF2A9F7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6" name="Oval 3325">
            <a:extLst>
              <a:ext uri="{FF2B5EF4-FFF2-40B4-BE49-F238E27FC236}">
                <a16:creationId xmlns:a16="http://schemas.microsoft.com/office/drawing/2014/main" id="{1C55DDE3-9EE6-C08D-AF3A-B3542E1556EF}"/>
              </a:ext>
            </a:extLst>
          </p:cNvPr>
          <p:cNvSpPr/>
          <p:nvPr/>
        </p:nvSpPr>
        <p:spPr>
          <a:xfrm rot="5400000">
            <a:off x="4413993" y="882918"/>
            <a:ext cx="763734" cy="1867335"/>
          </a:xfrm>
          <a:prstGeom prst="ellipse">
            <a:avLst/>
          </a:prstGeom>
          <a:solidFill>
            <a:srgbClr val="FF0000">
              <a:alpha val="12157"/>
            </a:srgbClr>
          </a:solidFill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8" name="Oval 3337">
            <a:extLst>
              <a:ext uri="{FF2B5EF4-FFF2-40B4-BE49-F238E27FC236}">
                <a16:creationId xmlns:a16="http://schemas.microsoft.com/office/drawing/2014/main" id="{230CB6BB-E147-DE7A-C0BD-563B5971C190}"/>
              </a:ext>
            </a:extLst>
          </p:cNvPr>
          <p:cNvSpPr/>
          <p:nvPr/>
        </p:nvSpPr>
        <p:spPr>
          <a:xfrm>
            <a:off x="2814787" y="4596161"/>
            <a:ext cx="763734" cy="1867335"/>
          </a:xfrm>
          <a:prstGeom prst="ellipse">
            <a:avLst/>
          </a:prstGeom>
          <a:pattFill prst="wdUpDiag">
            <a:fgClr>
              <a:srgbClr val="AFFEBD"/>
            </a:fgClr>
            <a:bgClr>
              <a:schemeClr val="bg1"/>
            </a:bgClr>
          </a:pattFill>
          <a:ln w="28575"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" name="Oval 3378">
            <a:extLst>
              <a:ext uri="{FF2B5EF4-FFF2-40B4-BE49-F238E27FC236}">
                <a16:creationId xmlns:a16="http://schemas.microsoft.com/office/drawing/2014/main" id="{29272935-DC0F-0E11-1970-60A5DB7C02A8}"/>
              </a:ext>
            </a:extLst>
          </p:cNvPr>
          <p:cNvSpPr/>
          <p:nvPr/>
        </p:nvSpPr>
        <p:spPr>
          <a:xfrm rot="5400000">
            <a:off x="5989320" y="4607677"/>
            <a:ext cx="763734" cy="772389"/>
          </a:xfrm>
          <a:prstGeom prst="ellipse">
            <a:avLst/>
          </a:prstGeom>
          <a:solidFill>
            <a:srgbClr val="FF0000">
              <a:alpha val="12157"/>
            </a:srgbClr>
          </a:solidFill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9" name="Oval 3338">
            <a:extLst>
              <a:ext uri="{FF2B5EF4-FFF2-40B4-BE49-F238E27FC236}">
                <a16:creationId xmlns:a16="http://schemas.microsoft.com/office/drawing/2014/main" id="{6E2DA4F4-9DCA-4E07-6F9C-12F0B3788C5C}"/>
              </a:ext>
            </a:extLst>
          </p:cNvPr>
          <p:cNvSpPr/>
          <p:nvPr/>
        </p:nvSpPr>
        <p:spPr>
          <a:xfrm rot="5400000">
            <a:off x="4928907" y="3546657"/>
            <a:ext cx="763734" cy="772389"/>
          </a:xfrm>
          <a:prstGeom prst="ellipse">
            <a:avLst/>
          </a:prstGeom>
          <a:pattFill prst="wdUpDiag">
            <a:fgClr>
              <a:srgbClr val="FFA9B8"/>
            </a:fgClr>
            <a:bgClr>
              <a:schemeClr val="bg1"/>
            </a:bgClr>
          </a:pattFill>
          <a:ln w="28575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9" name="Oval 3328">
            <a:extLst>
              <a:ext uri="{FF2B5EF4-FFF2-40B4-BE49-F238E27FC236}">
                <a16:creationId xmlns:a16="http://schemas.microsoft.com/office/drawing/2014/main" id="{B6BD5DF8-76B3-048D-03A9-F1D1B60197BE}"/>
              </a:ext>
            </a:extLst>
          </p:cNvPr>
          <p:cNvSpPr/>
          <p:nvPr/>
        </p:nvSpPr>
        <p:spPr>
          <a:xfrm rot="5400000">
            <a:off x="3346955" y="-163581"/>
            <a:ext cx="763734" cy="1867335"/>
          </a:xfrm>
          <a:prstGeom prst="ellipse">
            <a:avLst/>
          </a:prstGeom>
          <a:pattFill prst="wdUpDiag">
            <a:fgClr>
              <a:srgbClr val="FFA9B8"/>
            </a:fgClr>
            <a:bgClr>
              <a:schemeClr val="bg1"/>
            </a:bgClr>
          </a:pattFill>
          <a:ln w="28575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7" name="Oval 3326">
            <a:extLst>
              <a:ext uri="{FF2B5EF4-FFF2-40B4-BE49-F238E27FC236}">
                <a16:creationId xmlns:a16="http://schemas.microsoft.com/office/drawing/2014/main" id="{8BE0C2D9-5819-29E7-675D-275197C31556}"/>
              </a:ext>
            </a:extLst>
          </p:cNvPr>
          <p:cNvSpPr/>
          <p:nvPr/>
        </p:nvSpPr>
        <p:spPr>
          <a:xfrm rot="5400000">
            <a:off x="5986294" y="3542849"/>
            <a:ext cx="763734" cy="772389"/>
          </a:xfrm>
          <a:prstGeom prst="ellipse">
            <a:avLst/>
          </a:prstGeom>
          <a:pattFill prst="wdUpDiag">
            <a:fgClr>
              <a:srgbClr val="AFFEBD"/>
            </a:fgClr>
            <a:bgClr>
              <a:schemeClr val="bg1"/>
            </a:bgClr>
          </a:pattFill>
          <a:ln w="28575"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24" name="Oval 3323">
            <a:extLst>
              <a:ext uri="{FF2B5EF4-FFF2-40B4-BE49-F238E27FC236}">
                <a16:creationId xmlns:a16="http://schemas.microsoft.com/office/drawing/2014/main" id="{AD3EDC8E-53DF-4227-20C4-22A4B17E0441}"/>
              </a:ext>
            </a:extLst>
          </p:cNvPr>
          <p:cNvSpPr/>
          <p:nvPr/>
        </p:nvSpPr>
        <p:spPr>
          <a:xfrm>
            <a:off x="1748434" y="3513529"/>
            <a:ext cx="763734" cy="1867335"/>
          </a:xfrm>
          <a:prstGeom prst="ellipse">
            <a:avLst/>
          </a:prstGeom>
          <a:solidFill>
            <a:srgbClr val="00FF00">
              <a:alpha val="12157"/>
            </a:srgbClr>
          </a:solidFill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3" name="Oval 3322">
            <a:extLst>
              <a:ext uri="{FF2B5EF4-FFF2-40B4-BE49-F238E27FC236}">
                <a16:creationId xmlns:a16="http://schemas.microsoft.com/office/drawing/2014/main" id="{390C0757-5FA6-E3FD-2D26-F5FBF6AD8774}"/>
              </a:ext>
            </a:extLst>
          </p:cNvPr>
          <p:cNvSpPr/>
          <p:nvPr/>
        </p:nvSpPr>
        <p:spPr>
          <a:xfrm rot="5400000">
            <a:off x="4928907" y="2487137"/>
            <a:ext cx="763734" cy="772389"/>
          </a:xfrm>
          <a:prstGeom prst="ellipse">
            <a:avLst/>
          </a:prstGeom>
          <a:solidFill>
            <a:srgbClr val="00FF00">
              <a:alpha val="12157"/>
            </a:srgbClr>
          </a:solidFill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29" name="Oval 3228">
            <a:extLst>
              <a:ext uri="{FF2B5EF4-FFF2-40B4-BE49-F238E27FC236}">
                <a16:creationId xmlns:a16="http://schemas.microsoft.com/office/drawing/2014/main" id="{E69EBCC3-45D2-D674-2C92-ED546305D0D9}"/>
              </a:ext>
            </a:extLst>
          </p:cNvPr>
          <p:cNvSpPr/>
          <p:nvPr/>
        </p:nvSpPr>
        <p:spPr>
          <a:xfrm rot="5400000">
            <a:off x="5989320" y="2487136"/>
            <a:ext cx="763734" cy="772389"/>
          </a:xfrm>
          <a:prstGeom prst="ellipse">
            <a:avLst/>
          </a:prstGeom>
          <a:solidFill>
            <a:srgbClr val="00D900">
              <a:alpha val="80000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27" name="Oval 3226">
            <a:extLst>
              <a:ext uri="{FF2B5EF4-FFF2-40B4-BE49-F238E27FC236}">
                <a16:creationId xmlns:a16="http://schemas.microsoft.com/office/drawing/2014/main" id="{19D24EB5-15C9-2B65-F742-6D5304CC2167}"/>
              </a:ext>
            </a:extLst>
          </p:cNvPr>
          <p:cNvSpPr/>
          <p:nvPr/>
        </p:nvSpPr>
        <p:spPr>
          <a:xfrm>
            <a:off x="2814407" y="3525405"/>
            <a:ext cx="763734" cy="1867335"/>
          </a:xfrm>
          <a:prstGeom prst="ellipse">
            <a:avLst/>
          </a:prstGeom>
          <a:solidFill>
            <a:srgbClr val="00D900">
              <a:alpha val="80000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8" name="Oval 3227">
            <a:extLst>
              <a:ext uri="{FF2B5EF4-FFF2-40B4-BE49-F238E27FC236}">
                <a16:creationId xmlns:a16="http://schemas.microsoft.com/office/drawing/2014/main" id="{07CD4471-5DE0-CCD2-6520-A49D8730B007}"/>
              </a:ext>
            </a:extLst>
          </p:cNvPr>
          <p:cNvSpPr/>
          <p:nvPr/>
        </p:nvSpPr>
        <p:spPr>
          <a:xfrm rot="5400000">
            <a:off x="4919607" y="4610239"/>
            <a:ext cx="763734" cy="772389"/>
          </a:xfrm>
          <a:prstGeom prst="ellipse">
            <a:avLst/>
          </a:prstGeom>
          <a:solidFill>
            <a:srgbClr val="FF0000">
              <a:alpha val="80000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6" name="Oval 3225">
            <a:extLst>
              <a:ext uri="{FF2B5EF4-FFF2-40B4-BE49-F238E27FC236}">
                <a16:creationId xmlns:a16="http://schemas.microsoft.com/office/drawing/2014/main" id="{5C3FD595-3244-6CA9-46B6-676BC30AC8EC}"/>
              </a:ext>
            </a:extLst>
          </p:cNvPr>
          <p:cNvSpPr/>
          <p:nvPr/>
        </p:nvSpPr>
        <p:spPr>
          <a:xfrm rot="5400000">
            <a:off x="3346956" y="882147"/>
            <a:ext cx="763734" cy="1867335"/>
          </a:xfrm>
          <a:prstGeom prst="ellipse">
            <a:avLst/>
          </a:prstGeom>
          <a:solidFill>
            <a:srgbClr val="FF0000">
              <a:alpha val="80000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16" name="Group 3215">
            <a:extLst>
              <a:ext uri="{FF2B5EF4-FFF2-40B4-BE49-F238E27FC236}">
                <a16:creationId xmlns:a16="http://schemas.microsoft.com/office/drawing/2014/main" id="{FA6D8E35-05E5-E0CB-D05A-06FA34D55D6E}"/>
              </a:ext>
            </a:extLst>
          </p:cNvPr>
          <p:cNvGrpSpPr/>
          <p:nvPr/>
        </p:nvGrpSpPr>
        <p:grpSpPr>
          <a:xfrm>
            <a:off x="1989473" y="618230"/>
            <a:ext cx="5576124" cy="5585476"/>
            <a:chOff x="1989473" y="618230"/>
            <a:chExt cx="5576124" cy="5585476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112494C1-787F-FD15-3A8D-46C0EF2DF5A2}"/>
                </a:ext>
              </a:extLst>
            </p:cNvPr>
            <p:cNvSpPr/>
            <p:nvPr/>
          </p:nvSpPr>
          <p:spPr>
            <a:xfrm>
              <a:off x="1989473" y="618230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96DAC97-E116-3FEA-2281-5FDF600B515F}"/>
                </a:ext>
              </a:extLst>
            </p:cNvPr>
            <p:cNvSpPr/>
            <p:nvPr/>
          </p:nvSpPr>
          <p:spPr>
            <a:xfrm>
              <a:off x="1989473" y="1678102"/>
              <a:ext cx="281654" cy="2834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E5F6411-ED74-750F-4AD6-4AF263292B45}"/>
                </a:ext>
              </a:extLst>
            </p:cNvPr>
            <p:cNvSpPr/>
            <p:nvPr/>
          </p:nvSpPr>
          <p:spPr>
            <a:xfrm>
              <a:off x="1989473" y="2737975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C2F7AA-96E8-D906-ACC8-73FABC3C1117}"/>
                </a:ext>
              </a:extLst>
            </p:cNvPr>
            <p:cNvSpPr/>
            <p:nvPr/>
          </p:nvSpPr>
          <p:spPr>
            <a:xfrm>
              <a:off x="1989473" y="3799334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067B105-EFB8-212C-056C-AB5DEE21CF2C}"/>
                </a:ext>
              </a:extLst>
            </p:cNvPr>
            <p:cNvSpPr/>
            <p:nvPr/>
          </p:nvSpPr>
          <p:spPr>
            <a:xfrm>
              <a:off x="1989473" y="4860693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81410AE-E83C-BD9C-4829-D2259E5FFC54}"/>
                </a:ext>
              </a:extLst>
            </p:cNvPr>
            <p:cNvSpPr/>
            <p:nvPr/>
          </p:nvSpPr>
          <p:spPr>
            <a:xfrm>
              <a:off x="1989473" y="5922052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295E728-884B-F933-93DB-922C90389393}"/>
                </a:ext>
              </a:extLst>
            </p:cNvPr>
            <p:cNvSpPr/>
            <p:nvPr/>
          </p:nvSpPr>
          <p:spPr>
            <a:xfrm>
              <a:off x="3048367" y="618230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8662B25-245B-7B02-3078-7FE4B21CA99E}"/>
                </a:ext>
              </a:extLst>
            </p:cNvPr>
            <p:cNvSpPr/>
            <p:nvPr/>
          </p:nvSpPr>
          <p:spPr>
            <a:xfrm>
              <a:off x="3048367" y="1678102"/>
              <a:ext cx="281654" cy="2834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C0BDC06-53FA-3ED8-EE23-8F655F38A6DB}"/>
                </a:ext>
              </a:extLst>
            </p:cNvPr>
            <p:cNvSpPr/>
            <p:nvPr/>
          </p:nvSpPr>
          <p:spPr>
            <a:xfrm>
              <a:off x="3048367" y="2737975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2996DF9-B5EB-8F15-DD01-B70B7D7105D5}"/>
                </a:ext>
              </a:extLst>
            </p:cNvPr>
            <p:cNvSpPr/>
            <p:nvPr/>
          </p:nvSpPr>
          <p:spPr>
            <a:xfrm>
              <a:off x="3048367" y="3799334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4BB36A1-99EA-C0F2-61AD-E4E8186AD70C}"/>
                </a:ext>
              </a:extLst>
            </p:cNvPr>
            <p:cNvSpPr/>
            <p:nvPr/>
          </p:nvSpPr>
          <p:spPr>
            <a:xfrm>
              <a:off x="3048367" y="4860693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12E68C0-8D85-E7C3-C241-58F90B7BC485}"/>
                </a:ext>
              </a:extLst>
            </p:cNvPr>
            <p:cNvSpPr/>
            <p:nvPr/>
          </p:nvSpPr>
          <p:spPr>
            <a:xfrm>
              <a:off x="3048367" y="5922052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FA96395-87E6-59D4-1F71-6C8F96DBDA0F}"/>
                </a:ext>
              </a:extLst>
            </p:cNvPr>
            <p:cNvSpPr/>
            <p:nvPr/>
          </p:nvSpPr>
          <p:spPr>
            <a:xfrm>
              <a:off x="4107261" y="618230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5B882D8-EDBE-B6C2-B456-57F61EF042CE}"/>
                </a:ext>
              </a:extLst>
            </p:cNvPr>
            <p:cNvSpPr/>
            <p:nvPr/>
          </p:nvSpPr>
          <p:spPr>
            <a:xfrm>
              <a:off x="4107261" y="1678102"/>
              <a:ext cx="281654" cy="2834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38AE8D77-893A-B577-5111-9CAD3165266D}"/>
                </a:ext>
              </a:extLst>
            </p:cNvPr>
            <p:cNvSpPr/>
            <p:nvPr/>
          </p:nvSpPr>
          <p:spPr>
            <a:xfrm>
              <a:off x="4107261" y="2737975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2" name="Oval 3071">
              <a:extLst>
                <a:ext uri="{FF2B5EF4-FFF2-40B4-BE49-F238E27FC236}">
                  <a16:creationId xmlns:a16="http://schemas.microsoft.com/office/drawing/2014/main" id="{6EC530B2-E7D7-9AD5-CAE0-3BE7764BBE4F}"/>
                </a:ext>
              </a:extLst>
            </p:cNvPr>
            <p:cNvSpPr/>
            <p:nvPr/>
          </p:nvSpPr>
          <p:spPr>
            <a:xfrm>
              <a:off x="4107261" y="3799334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3" name="Oval 3072">
              <a:extLst>
                <a:ext uri="{FF2B5EF4-FFF2-40B4-BE49-F238E27FC236}">
                  <a16:creationId xmlns:a16="http://schemas.microsoft.com/office/drawing/2014/main" id="{A77197FD-2857-E0F5-0C8D-23D43AD04897}"/>
                </a:ext>
              </a:extLst>
            </p:cNvPr>
            <p:cNvSpPr/>
            <p:nvPr/>
          </p:nvSpPr>
          <p:spPr>
            <a:xfrm>
              <a:off x="4107261" y="4860693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5" name="Oval 3074">
              <a:extLst>
                <a:ext uri="{FF2B5EF4-FFF2-40B4-BE49-F238E27FC236}">
                  <a16:creationId xmlns:a16="http://schemas.microsoft.com/office/drawing/2014/main" id="{E5022274-924E-0193-9CE2-96F7EF0CBC6B}"/>
                </a:ext>
              </a:extLst>
            </p:cNvPr>
            <p:cNvSpPr/>
            <p:nvPr/>
          </p:nvSpPr>
          <p:spPr>
            <a:xfrm>
              <a:off x="4107261" y="5922052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4" name="Oval 3093">
              <a:extLst>
                <a:ext uri="{FF2B5EF4-FFF2-40B4-BE49-F238E27FC236}">
                  <a16:creationId xmlns:a16="http://schemas.microsoft.com/office/drawing/2014/main" id="{F3EB97E7-DA42-6FA1-389A-2F2F37731E31}"/>
                </a:ext>
              </a:extLst>
            </p:cNvPr>
            <p:cNvSpPr/>
            <p:nvPr/>
          </p:nvSpPr>
          <p:spPr>
            <a:xfrm>
              <a:off x="5166155" y="618230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5" name="Oval 3094">
              <a:extLst>
                <a:ext uri="{FF2B5EF4-FFF2-40B4-BE49-F238E27FC236}">
                  <a16:creationId xmlns:a16="http://schemas.microsoft.com/office/drawing/2014/main" id="{D3D87984-FBA0-66EA-8CBD-52CF4586EEA2}"/>
                </a:ext>
              </a:extLst>
            </p:cNvPr>
            <p:cNvSpPr/>
            <p:nvPr/>
          </p:nvSpPr>
          <p:spPr>
            <a:xfrm>
              <a:off x="5166155" y="1678102"/>
              <a:ext cx="281654" cy="2834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6" name="Oval 3095">
              <a:extLst>
                <a:ext uri="{FF2B5EF4-FFF2-40B4-BE49-F238E27FC236}">
                  <a16:creationId xmlns:a16="http://schemas.microsoft.com/office/drawing/2014/main" id="{ED98486F-2AA6-2DAD-302C-E73403CB1E37}"/>
                </a:ext>
              </a:extLst>
            </p:cNvPr>
            <p:cNvSpPr/>
            <p:nvPr/>
          </p:nvSpPr>
          <p:spPr>
            <a:xfrm>
              <a:off x="5166155" y="2737975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7" name="Oval 3096">
              <a:extLst>
                <a:ext uri="{FF2B5EF4-FFF2-40B4-BE49-F238E27FC236}">
                  <a16:creationId xmlns:a16="http://schemas.microsoft.com/office/drawing/2014/main" id="{AB9B0527-22C7-BBA2-4EAB-2B5389B9357C}"/>
                </a:ext>
              </a:extLst>
            </p:cNvPr>
            <p:cNvSpPr/>
            <p:nvPr/>
          </p:nvSpPr>
          <p:spPr>
            <a:xfrm>
              <a:off x="5166155" y="3799334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8" name="Oval 3097">
              <a:extLst>
                <a:ext uri="{FF2B5EF4-FFF2-40B4-BE49-F238E27FC236}">
                  <a16:creationId xmlns:a16="http://schemas.microsoft.com/office/drawing/2014/main" id="{D8404428-E842-6672-4A79-2E3C1908E5DE}"/>
                </a:ext>
              </a:extLst>
            </p:cNvPr>
            <p:cNvSpPr/>
            <p:nvPr/>
          </p:nvSpPr>
          <p:spPr>
            <a:xfrm>
              <a:off x="5166155" y="4860693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9" name="Oval 3098">
              <a:extLst>
                <a:ext uri="{FF2B5EF4-FFF2-40B4-BE49-F238E27FC236}">
                  <a16:creationId xmlns:a16="http://schemas.microsoft.com/office/drawing/2014/main" id="{FB24CED5-2587-D1E2-A59F-4244E0C5C593}"/>
                </a:ext>
              </a:extLst>
            </p:cNvPr>
            <p:cNvSpPr/>
            <p:nvPr/>
          </p:nvSpPr>
          <p:spPr>
            <a:xfrm>
              <a:off x="5166155" y="5922052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5" name="Oval 3104">
              <a:extLst>
                <a:ext uri="{FF2B5EF4-FFF2-40B4-BE49-F238E27FC236}">
                  <a16:creationId xmlns:a16="http://schemas.microsoft.com/office/drawing/2014/main" id="{DE1601BC-E5D7-E449-2517-B1219CE4C1F3}"/>
                </a:ext>
              </a:extLst>
            </p:cNvPr>
            <p:cNvSpPr/>
            <p:nvPr/>
          </p:nvSpPr>
          <p:spPr>
            <a:xfrm>
              <a:off x="6225049" y="618230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6" name="Oval 3105">
              <a:extLst>
                <a:ext uri="{FF2B5EF4-FFF2-40B4-BE49-F238E27FC236}">
                  <a16:creationId xmlns:a16="http://schemas.microsoft.com/office/drawing/2014/main" id="{82CB0C00-96C0-2311-7A64-086FA6147FD0}"/>
                </a:ext>
              </a:extLst>
            </p:cNvPr>
            <p:cNvSpPr/>
            <p:nvPr/>
          </p:nvSpPr>
          <p:spPr>
            <a:xfrm>
              <a:off x="6225049" y="1678102"/>
              <a:ext cx="281654" cy="2834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7" name="Oval 3106">
              <a:extLst>
                <a:ext uri="{FF2B5EF4-FFF2-40B4-BE49-F238E27FC236}">
                  <a16:creationId xmlns:a16="http://schemas.microsoft.com/office/drawing/2014/main" id="{1E9E35DD-57F8-0109-2011-B4142635785D}"/>
                </a:ext>
              </a:extLst>
            </p:cNvPr>
            <p:cNvSpPr/>
            <p:nvPr/>
          </p:nvSpPr>
          <p:spPr>
            <a:xfrm>
              <a:off x="6225049" y="2737975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8" name="Oval 3107">
              <a:extLst>
                <a:ext uri="{FF2B5EF4-FFF2-40B4-BE49-F238E27FC236}">
                  <a16:creationId xmlns:a16="http://schemas.microsoft.com/office/drawing/2014/main" id="{7C7EFF28-ED86-88F0-A3F7-F2F46017C135}"/>
                </a:ext>
              </a:extLst>
            </p:cNvPr>
            <p:cNvSpPr/>
            <p:nvPr/>
          </p:nvSpPr>
          <p:spPr>
            <a:xfrm>
              <a:off x="6225049" y="3799334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9" name="Oval 3108">
              <a:extLst>
                <a:ext uri="{FF2B5EF4-FFF2-40B4-BE49-F238E27FC236}">
                  <a16:creationId xmlns:a16="http://schemas.microsoft.com/office/drawing/2014/main" id="{71EC7DE3-3204-2C00-4E57-283D0B5E7723}"/>
                </a:ext>
              </a:extLst>
            </p:cNvPr>
            <p:cNvSpPr/>
            <p:nvPr/>
          </p:nvSpPr>
          <p:spPr>
            <a:xfrm>
              <a:off x="6225049" y="4860693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0" name="Oval 3109">
              <a:extLst>
                <a:ext uri="{FF2B5EF4-FFF2-40B4-BE49-F238E27FC236}">
                  <a16:creationId xmlns:a16="http://schemas.microsoft.com/office/drawing/2014/main" id="{294F6D36-0C16-55C9-66FB-B45ACAE561A8}"/>
                </a:ext>
              </a:extLst>
            </p:cNvPr>
            <p:cNvSpPr/>
            <p:nvPr/>
          </p:nvSpPr>
          <p:spPr>
            <a:xfrm>
              <a:off x="6225049" y="5922052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2" name="Oval 3121">
              <a:extLst>
                <a:ext uri="{FF2B5EF4-FFF2-40B4-BE49-F238E27FC236}">
                  <a16:creationId xmlns:a16="http://schemas.microsoft.com/office/drawing/2014/main" id="{445593A1-3306-FAEC-FE69-1422BBA5CB77}"/>
                </a:ext>
              </a:extLst>
            </p:cNvPr>
            <p:cNvSpPr/>
            <p:nvPr/>
          </p:nvSpPr>
          <p:spPr>
            <a:xfrm>
              <a:off x="7283943" y="618230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3" name="Oval 3122">
              <a:extLst>
                <a:ext uri="{FF2B5EF4-FFF2-40B4-BE49-F238E27FC236}">
                  <a16:creationId xmlns:a16="http://schemas.microsoft.com/office/drawing/2014/main" id="{6B517469-048E-085F-E160-65E13E495CDE}"/>
                </a:ext>
              </a:extLst>
            </p:cNvPr>
            <p:cNvSpPr/>
            <p:nvPr/>
          </p:nvSpPr>
          <p:spPr>
            <a:xfrm>
              <a:off x="7283943" y="1678102"/>
              <a:ext cx="281654" cy="2834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4" name="Oval 3123">
              <a:extLst>
                <a:ext uri="{FF2B5EF4-FFF2-40B4-BE49-F238E27FC236}">
                  <a16:creationId xmlns:a16="http://schemas.microsoft.com/office/drawing/2014/main" id="{072C2C31-6E8D-7479-D3F5-6272A312C178}"/>
                </a:ext>
              </a:extLst>
            </p:cNvPr>
            <p:cNvSpPr/>
            <p:nvPr/>
          </p:nvSpPr>
          <p:spPr>
            <a:xfrm>
              <a:off x="7283943" y="2737975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5" name="Oval 3124">
              <a:extLst>
                <a:ext uri="{FF2B5EF4-FFF2-40B4-BE49-F238E27FC236}">
                  <a16:creationId xmlns:a16="http://schemas.microsoft.com/office/drawing/2014/main" id="{D64ABE50-20D4-C4DD-8027-013EECC6DB78}"/>
                </a:ext>
              </a:extLst>
            </p:cNvPr>
            <p:cNvSpPr/>
            <p:nvPr/>
          </p:nvSpPr>
          <p:spPr>
            <a:xfrm>
              <a:off x="7283943" y="3799334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6" name="Oval 3125">
              <a:extLst>
                <a:ext uri="{FF2B5EF4-FFF2-40B4-BE49-F238E27FC236}">
                  <a16:creationId xmlns:a16="http://schemas.microsoft.com/office/drawing/2014/main" id="{626BF4C9-F80E-8F7A-67F6-DDED6E24209F}"/>
                </a:ext>
              </a:extLst>
            </p:cNvPr>
            <p:cNvSpPr/>
            <p:nvPr/>
          </p:nvSpPr>
          <p:spPr>
            <a:xfrm>
              <a:off x="7283943" y="4860693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7" name="Oval 3126">
              <a:extLst>
                <a:ext uri="{FF2B5EF4-FFF2-40B4-BE49-F238E27FC236}">
                  <a16:creationId xmlns:a16="http://schemas.microsoft.com/office/drawing/2014/main" id="{BAF633D5-4160-C556-B678-D4B56B0B02D7}"/>
                </a:ext>
              </a:extLst>
            </p:cNvPr>
            <p:cNvSpPr/>
            <p:nvPr/>
          </p:nvSpPr>
          <p:spPr>
            <a:xfrm>
              <a:off x="7283943" y="5922052"/>
              <a:ext cx="281654" cy="2816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91" name="Group 3190">
            <a:extLst>
              <a:ext uri="{FF2B5EF4-FFF2-40B4-BE49-F238E27FC236}">
                <a16:creationId xmlns:a16="http://schemas.microsoft.com/office/drawing/2014/main" id="{F942BB77-C986-2230-63EF-0BABB458CA1F}"/>
              </a:ext>
            </a:extLst>
          </p:cNvPr>
          <p:cNvGrpSpPr/>
          <p:nvPr/>
        </p:nvGrpSpPr>
        <p:grpSpPr>
          <a:xfrm>
            <a:off x="1596243" y="225038"/>
            <a:ext cx="6362584" cy="6371860"/>
            <a:chOff x="1596243" y="225038"/>
            <a:chExt cx="6362584" cy="637186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E232A39-60A0-9C4E-4639-CFBB2502D3E9}"/>
                </a:ext>
              </a:extLst>
            </p:cNvPr>
            <p:cNvCxnSpPr>
              <a:stCxn id="2" idx="4"/>
              <a:endCxn id="4" idx="0"/>
            </p:cNvCxnSpPr>
            <p:nvPr/>
          </p:nvCxnSpPr>
          <p:spPr>
            <a:xfrm>
              <a:off x="2130300" y="899884"/>
              <a:ext cx="0" cy="778218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E705219-E0A1-EEFB-32AA-5A487F375D19}"/>
                </a:ext>
              </a:extLst>
            </p:cNvPr>
            <p:cNvCxnSpPr>
              <a:cxnSpLocks/>
              <a:stCxn id="4" idx="4"/>
              <a:endCxn id="5" idx="0"/>
            </p:cNvCxnSpPr>
            <p:nvPr/>
          </p:nvCxnSpPr>
          <p:spPr>
            <a:xfrm>
              <a:off x="2130300" y="1961566"/>
              <a:ext cx="0" cy="776409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0C3801D-C6AC-D4C2-05C9-5663538AE2EF}"/>
                </a:ext>
              </a:extLst>
            </p:cNvPr>
            <p:cNvCxnSpPr>
              <a:cxnSpLocks/>
              <a:stCxn id="5" idx="4"/>
              <a:endCxn id="6" idx="0"/>
            </p:cNvCxnSpPr>
            <p:nvPr/>
          </p:nvCxnSpPr>
          <p:spPr>
            <a:xfrm>
              <a:off x="2130300" y="3019629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80F54A8-98F5-546E-33F1-AFF79F097ADE}"/>
                </a:ext>
              </a:extLst>
            </p:cNvPr>
            <p:cNvCxnSpPr>
              <a:cxnSpLocks/>
              <a:stCxn id="6" idx="4"/>
              <a:endCxn id="7" idx="0"/>
            </p:cNvCxnSpPr>
            <p:nvPr/>
          </p:nvCxnSpPr>
          <p:spPr>
            <a:xfrm>
              <a:off x="2130300" y="4080988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0FEB0FF-C478-8139-0D71-D7789FF6AEAB}"/>
                </a:ext>
              </a:extLst>
            </p:cNvPr>
            <p:cNvCxnSpPr>
              <a:cxnSpLocks/>
              <a:stCxn id="7" idx="4"/>
              <a:endCxn id="10" idx="0"/>
            </p:cNvCxnSpPr>
            <p:nvPr/>
          </p:nvCxnSpPr>
          <p:spPr>
            <a:xfrm>
              <a:off x="2130300" y="5142347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D37CBA7-390F-A28F-44C4-6C60B4BE43AA}"/>
                </a:ext>
              </a:extLst>
            </p:cNvPr>
            <p:cNvCxnSpPr>
              <a:stCxn id="31" idx="4"/>
              <a:endCxn id="32" idx="0"/>
            </p:cNvCxnSpPr>
            <p:nvPr/>
          </p:nvCxnSpPr>
          <p:spPr>
            <a:xfrm>
              <a:off x="3189194" y="899884"/>
              <a:ext cx="0" cy="778218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FF706AB-3D7F-6ABA-B90F-497AB504717F}"/>
                </a:ext>
              </a:extLst>
            </p:cNvPr>
            <p:cNvCxnSpPr>
              <a:cxnSpLocks/>
              <a:stCxn id="32" idx="4"/>
              <a:endCxn id="33" idx="0"/>
            </p:cNvCxnSpPr>
            <p:nvPr/>
          </p:nvCxnSpPr>
          <p:spPr>
            <a:xfrm>
              <a:off x="3189194" y="1961566"/>
              <a:ext cx="0" cy="776409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E68595F-2FBC-89D8-4851-46734AC1D044}"/>
                </a:ext>
              </a:extLst>
            </p:cNvPr>
            <p:cNvCxnSpPr>
              <a:cxnSpLocks/>
              <a:stCxn id="33" idx="4"/>
              <a:endCxn id="34" idx="0"/>
            </p:cNvCxnSpPr>
            <p:nvPr/>
          </p:nvCxnSpPr>
          <p:spPr>
            <a:xfrm>
              <a:off x="3189194" y="3019629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4A79CF2-C1E3-9044-6C58-CDF46F793FEC}"/>
                </a:ext>
              </a:extLst>
            </p:cNvPr>
            <p:cNvCxnSpPr>
              <a:cxnSpLocks/>
              <a:stCxn id="34" idx="4"/>
              <a:endCxn id="35" idx="0"/>
            </p:cNvCxnSpPr>
            <p:nvPr/>
          </p:nvCxnSpPr>
          <p:spPr>
            <a:xfrm>
              <a:off x="3189194" y="4080988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A473BA2-5901-7D36-901B-0C2E3E015794}"/>
                </a:ext>
              </a:extLst>
            </p:cNvPr>
            <p:cNvCxnSpPr>
              <a:cxnSpLocks/>
              <a:stCxn id="35" idx="4"/>
              <a:endCxn id="36" idx="0"/>
            </p:cNvCxnSpPr>
            <p:nvPr/>
          </p:nvCxnSpPr>
          <p:spPr>
            <a:xfrm>
              <a:off x="3189194" y="5142347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1A70A7A-879F-BFC1-E574-47D013C1E519}"/>
                </a:ext>
              </a:extLst>
            </p:cNvPr>
            <p:cNvCxnSpPr>
              <a:cxnSpLocks/>
              <a:stCxn id="31" idx="2"/>
              <a:endCxn id="2" idx="6"/>
            </p:cNvCxnSpPr>
            <p:nvPr/>
          </p:nvCxnSpPr>
          <p:spPr>
            <a:xfrm flipH="1">
              <a:off x="2271127" y="759057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30A8DF4-E492-62DF-7582-DFD8F1EE399A}"/>
                </a:ext>
              </a:extLst>
            </p:cNvPr>
            <p:cNvCxnSpPr>
              <a:cxnSpLocks/>
              <a:stCxn id="32" idx="2"/>
              <a:endCxn id="4" idx="6"/>
            </p:cNvCxnSpPr>
            <p:nvPr/>
          </p:nvCxnSpPr>
          <p:spPr>
            <a:xfrm flipH="1">
              <a:off x="2271127" y="1819834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94FA37A-D377-39D3-1A5A-96C6007F53ED}"/>
                </a:ext>
              </a:extLst>
            </p:cNvPr>
            <p:cNvCxnSpPr>
              <a:cxnSpLocks/>
              <a:stCxn id="33" idx="2"/>
              <a:endCxn id="5" idx="6"/>
            </p:cNvCxnSpPr>
            <p:nvPr/>
          </p:nvCxnSpPr>
          <p:spPr>
            <a:xfrm flipH="1">
              <a:off x="2271127" y="2878802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93F8D10-6F75-0FF8-9068-5F5CAB8A2086}"/>
                </a:ext>
              </a:extLst>
            </p:cNvPr>
            <p:cNvCxnSpPr>
              <a:cxnSpLocks/>
              <a:stCxn id="35" idx="2"/>
              <a:endCxn id="7" idx="6"/>
            </p:cNvCxnSpPr>
            <p:nvPr/>
          </p:nvCxnSpPr>
          <p:spPr>
            <a:xfrm flipH="1">
              <a:off x="2271127" y="5001520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520E03C-DEE6-45B2-0523-2C7ABAF472A9}"/>
                </a:ext>
              </a:extLst>
            </p:cNvPr>
            <p:cNvCxnSpPr>
              <a:cxnSpLocks/>
              <a:stCxn id="36" idx="2"/>
              <a:endCxn id="10" idx="6"/>
            </p:cNvCxnSpPr>
            <p:nvPr/>
          </p:nvCxnSpPr>
          <p:spPr>
            <a:xfrm flipH="1">
              <a:off x="2271127" y="6062879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3AB2827-A902-13A0-D461-DE3C9EFE00DC}"/>
                </a:ext>
              </a:extLst>
            </p:cNvPr>
            <p:cNvCxnSpPr>
              <a:cxnSpLocks/>
              <a:stCxn id="34" idx="2"/>
              <a:endCxn id="6" idx="6"/>
            </p:cNvCxnSpPr>
            <p:nvPr/>
          </p:nvCxnSpPr>
          <p:spPr>
            <a:xfrm flipH="1">
              <a:off x="2271127" y="3940161"/>
              <a:ext cx="777240" cy="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6" name="Straight Connector 3075">
              <a:extLst>
                <a:ext uri="{FF2B5EF4-FFF2-40B4-BE49-F238E27FC236}">
                  <a16:creationId xmlns:a16="http://schemas.microsoft.com/office/drawing/2014/main" id="{577FAE93-4258-B435-277F-555A804208E0}"/>
                </a:ext>
              </a:extLst>
            </p:cNvPr>
            <p:cNvCxnSpPr>
              <a:stCxn id="61" idx="4"/>
              <a:endCxn id="62" idx="0"/>
            </p:cNvCxnSpPr>
            <p:nvPr/>
          </p:nvCxnSpPr>
          <p:spPr>
            <a:xfrm>
              <a:off x="4248088" y="899884"/>
              <a:ext cx="0" cy="778218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7" name="Straight Connector 3076">
              <a:extLst>
                <a:ext uri="{FF2B5EF4-FFF2-40B4-BE49-F238E27FC236}">
                  <a16:creationId xmlns:a16="http://schemas.microsoft.com/office/drawing/2014/main" id="{D6F6179E-67E2-7555-A719-998B0A9BFFE4}"/>
                </a:ext>
              </a:extLst>
            </p:cNvPr>
            <p:cNvCxnSpPr>
              <a:cxnSpLocks/>
              <a:stCxn id="62" idx="4"/>
              <a:endCxn id="63" idx="0"/>
            </p:cNvCxnSpPr>
            <p:nvPr/>
          </p:nvCxnSpPr>
          <p:spPr>
            <a:xfrm>
              <a:off x="4248088" y="1961566"/>
              <a:ext cx="0" cy="776409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8" name="Straight Connector 3077">
              <a:extLst>
                <a:ext uri="{FF2B5EF4-FFF2-40B4-BE49-F238E27FC236}">
                  <a16:creationId xmlns:a16="http://schemas.microsoft.com/office/drawing/2014/main" id="{BD5DC80F-9BF8-E18D-362D-3E3866C9A5BC}"/>
                </a:ext>
              </a:extLst>
            </p:cNvPr>
            <p:cNvCxnSpPr>
              <a:cxnSpLocks/>
              <a:stCxn id="63" idx="4"/>
              <a:endCxn id="3072" idx="0"/>
            </p:cNvCxnSpPr>
            <p:nvPr/>
          </p:nvCxnSpPr>
          <p:spPr>
            <a:xfrm>
              <a:off x="4248088" y="3019629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9" name="Straight Connector 3078">
              <a:extLst>
                <a:ext uri="{FF2B5EF4-FFF2-40B4-BE49-F238E27FC236}">
                  <a16:creationId xmlns:a16="http://schemas.microsoft.com/office/drawing/2014/main" id="{3BA86B53-98B5-9FDE-3372-513394AF6C64}"/>
                </a:ext>
              </a:extLst>
            </p:cNvPr>
            <p:cNvCxnSpPr>
              <a:cxnSpLocks/>
              <a:stCxn id="3072" idx="4"/>
              <a:endCxn id="3073" idx="0"/>
            </p:cNvCxnSpPr>
            <p:nvPr/>
          </p:nvCxnSpPr>
          <p:spPr>
            <a:xfrm>
              <a:off x="4248088" y="4080988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0" name="Straight Connector 3079">
              <a:extLst>
                <a:ext uri="{FF2B5EF4-FFF2-40B4-BE49-F238E27FC236}">
                  <a16:creationId xmlns:a16="http://schemas.microsoft.com/office/drawing/2014/main" id="{1C1D8253-AA20-401D-4EE0-DDC029B28535}"/>
                </a:ext>
              </a:extLst>
            </p:cNvPr>
            <p:cNvCxnSpPr>
              <a:cxnSpLocks/>
              <a:stCxn id="3073" idx="4"/>
              <a:endCxn id="3075" idx="0"/>
            </p:cNvCxnSpPr>
            <p:nvPr/>
          </p:nvCxnSpPr>
          <p:spPr>
            <a:xfrm>
              <a:off x="4248088" y="5142347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1" name="Straight Connector 3080">
              <a:extLst>
                <a:ext uri="{FF2B5EF4-FFF2-40B4-BE49-F238E27FC236}">
                  <a16:creationId xmlns:a16="http://schemas.microsoft.com/office/drawing/2014/main" id="{CF5A38C1-1F75-4F5B-1669-C62BE6FD67B4}"/>
                </a:ext>
              </a:extLst>
            </p:cNvPr>
            <p:cNvCxnSpPr>
              <a:cxnSpLocks/>
              <a:stCxn id="61" idx="2"/>
              <a:endCxn id="31" idx="6"/>
            </p:cNvCxnSpPr>
            <p:nvPr/>
          </p:nvCxnSpPr>
          <p:spPr>
            <a:xfrm flipH="1">
              <a:off x="3330021" y="759057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2" name="Straight Connector 3081">
              <a:extLst>
                <a:ext uri="{FF2B5EF4-FFF2-40B4-BE49-F238E27FC236}">
                  <a16:creationId xmlns:a16="http://schemas.microsoft.com/office/drawing/2014/main" id="{E50D9B25-6721-1BC6-7C89-C9A8C44A8677}"/>
                </a:ext>
              </a:extLst>
            </p:cNvPr>
            <p:cNvCxnSpPr>
              <a:cxnSpLocks/>
              <a:stCxn id="62" idx="2"/>
              <a:endCxn id="32" idx="6"/>
            </p:cNvCxnSpPr>
            <p:nvPr/>
          </p:nvCxnSpPr>
          <p:spPr>
            <a:xfrm flipH="1">
              <a:off x="3330021" y="1819834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3" name="Straight Connector 3082">
              <a:extLst>
                <a:ext uri="{FF2B5EF4-FFF2-40B4-BE49-F238E27FC236}">
                  <a16:creationId xmlns:a16="http://schemas.microsoft.com/office/drawing/2014/main" id="{1F65547D-B901-51B8-3669-E7A393BCBA90}"/>
                </a:ext>
              </a:extLst>
            </p:cNvPr>
            <p:cNvCxnSpPr>
              <a:cxnSpLocks/>
              <a:stCxn id="63" idx="2"/>
              <a:endCxn id="33" idx="6"/>
            </p:cNvCxnSpPr>
            <p:nvPr/>
          </p:nvCxnSpPr>
          <p:spPr>
            <a:xfrm flipH="1">
              <a:off x="3330021" y="2878802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4" name="Straight Connector 3083">
              <a:extLst>
                <a:ext uri="{FF2B5EF4-FFF2-40B4-BE49-F238E27FC236}">
                  <a16:creationId xmlns:a16="http://schemas.microsoft.com/office/drawing/2014/main" id="{D730CB32-6E02-2D19-39EC-E15CBF6FA3E4}"/>
                </a:ext>
              </a:extLst>
            </p:cNvPr>
            <p:cNvCxnSpPr>
              <a:cxnSpLocks/>
              <a:stCxn id="3073" idx="2"/>
              <a:endCxn id="35" idx="6"/>
            </p:cNvCxnSpPr>
            <p:nvPr/>
          </p:nvCxnSpPr>
          <p:spPr>
            <a:xfrm flipH="1">
              <a:off x="3330021" y="5001520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5" name="Straight Connector 3084">
              <a:extLst>
                <a:ext uri="{FF2B5EF4-FFF2-40B4-BE49-F238E27FC236}">
                  <a16:creationId xmlns:a16="http://schemas.microsoft.com/office/drawing/2014/main" id="{9CDE37BE-EC90-B194-FE8D-3CA3BA1A7010}"/>
                </a:ext>
              </a:extLst>
            </p:cNvPr>
            <p:cNvCxnSpPr>
              <a:cxnSpLocks/>
              <a:stCxn id="3075" idx="2"/>
              <a:endCxn id="36" idx="6"/>
            </p:cNvCxnSpPr>
            <p:nvPr/>
          </p:nvCxnSpPr>
          <p:spPr>
            <a:xfrm flipH="1">
              <a:off x="3330021" y="6062879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6" name="Straight Connector 3085">
              <a:extLst>
                <a:ext uri="{FF2B5EF4-FFF2-40B4-BE49-F238E27FC236}">
                  <a16:creationId xmlns:a16="http://schemas.microsoft.com/office/drawing/2014/main" id="{9F25A5CC-826F-D650-8A1F-0654417EC308}"/>
                </a:ext>
              </a:extLst>
            </p:cNvPr>
            <p:cNvCxnSpPr>
              <a:cxnSpLocks/>
              <a:stCxn id="3072" idx="2"/>
              <a:endCxn id="34" idx="6"/>
            </p:cNvCxnSpPr>
            <p:nvPr/>
          </p:nvCxnSpPr>
          <p:spPr>
            <a:xfrm flipH="1">
              <a:off x="3330021" y="3940161"/>
              <a:ext cx="777240" cy="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0" name="Straight Connector 3099">
              <a:extLst>
                <a:ext uri="{FF2B5EF4-FFF2-40B4-BE49-F238E27FC236}">
                  <a16:creationId xmlns:a16="http://schemas.microsoft.com/office/drawing/2014/main" id="{E4C9B1BE-5732-C1EF-85B4-A18D6208BD51}"/>
                </a:ext>
              </a:extLst>
            </p:cNvPr>
            <p:cNvCxnSpPr>
              <a:stCxn id="3094" idx="4"/>
              <a:endCxn id="3095" idx="0"/>
            </p:cNvCxnSpPr>
            <p:nvPr/>
          </p:nvCxnSpPr>
          <p:spPr>
            <a:xfrm>
              <a:off x="5306982" y="899884"/>
              <a:ext cx="0" cy="778218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1" name="Straight Connector 3100">
              <a:extLst>
                <a:ext uri="{FF2B5EF4-FFF2-40B4-BE49-F238E27FC236}">
                  <a16:creationId xmlns:a16="http://schemas.microsoft.com/office/drawing/2014/main" id="{B74C0D3B-3F0C-2D6A-2818-66B9EC8B23B4}"/>
                </a:ext>
              </a:extLst>
            </p:cNvPr>
            <p:cNvCxnSpPr>
              <a:cxnSpLocks/>
              <a:stCxn id="3095" idx="4"/>
              <a:endCxn id="3096" idx="0"/>
            </p:cNvCxnSpPr>
            <p:nvPr/>
          </p:nvCxnSpPr>
          <p:spPr>
            <a:xfrm>
              <a:off x="5306982" y="1961566"/>
              <a:ext cx="0" cy="776409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2" name="Straight Connector 3101">
              <a:extLst>
                <a:ext uri="{FF2B5EF4-FFF2-40B4-BE49-F238E27FC236}">
                  <a16:creationId xmlns:a16="http://schemas.microsoft.com/office/drawing/2014/main" id="{15FDD95F-4A63-ECCE-38F1-C2F921736FC3}"/>
                </a:ext>
              </a:extLst>
            </p:cNvPr>
            <p:cNvCxnSpPr>
              <a:cxnSpLocks/>
              <a:stCxn id="3096" idx="4"/>
              <a:endCxn id="3097" idx="0"/>
            </p:cNvCxnSpPr>
            <p:nvPr/>
          </p:nvCxnSpPr>
          <p:spPr>
            <a:xfrm>
              <a:off x="5306982" y="3019629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3" name="Straight Connector 3102">
              <a:extLst>
                <a:ext uri="{FF2B5EF4-FFF2-40B4-BE49-F238E27FC236}">
                  <a16:creationId xmlns:a16="http://schemas.microsoft.com/office/drawing/2014/main" id="{BC3B5C1F-0CBC-F1D3-0D27-BF4D79B66BD2}"/>
                </a:ext>
              </a:extLst>
            </p:cNvPr>
            <p:cNvCxnSpPr>
              <a:cxnSpLocks/>
              <a:stCxn id="3097" idx="4"/>
              <a:endCxn id="3098" idx="0"/>
            </p:cNvCxnSpPr>
            <p:nvPr/>
          </p:nvCxnSpPr>
          <p:spPr>
            <a:xfrm>
              <a:off x="5306982" y="4080988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4" name="Straight Connector 3103">
              <a:extLst>
                <a:ext uri="{FF2B5EF4-FFF2-40B4-BE49-F238E27FC236}">
                  <a16:creationId xmlns:a16="http://schemas.microsoft.com/office/drawing/2014/main" id="{67A55A12-B749-2217-E50B-0CD22A8B0A3C}"/>
                </a:ext>
              </a:extLst>
            </p:cNvPr>
            <p:cNvCxnSpPr>
              <a:cxnSpLocks/>
              <a:stCxn id="3098" idx="4"/>
              <a:endCxn id="3099" idx="0"/>
            </p:cNvCxnSpPr>
            <p:nvPr/>
          </p:nvCxnSpPr>
          <p:spPr>
            <a:xfrm>
              <a:off x="5306982" y="5142347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1" name="Straight Connector 3110">
              <a:extLst>
                <a:ext uri="{FF2B5EF4-FFF2-40B4-BE49-F238E27FC236}">
                  <a16:creationId xmlns:a16="http://schemas.microsoft.com/office/drawing/2014/main" id="{60F5EF56-0FE9-D1A6-DB26-E248B948B426}"/>
                </a:ext>
              </a:extLst>
            </p:cNvPr>
            <p:cNvCxnSpPr>
              <a:stCxn id="3105" idx="4"/>
              <a:endCxn id="3106" idx="0"/>
            </p:cNvCxnSpPr>
            <p:nvPr/>
          </p:nvCxnSpPr>
          <p:spPr>
            <a:xfrm>
              <a:off x="6365876" y="899884"/>
              <a:ext cx="0" cy="778218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2" name="Straight Connector 3111">
              <a:extLst>
                <a:ext uri="{FF2B5EF4-FFF2-40B4-BE49-F238E27FC236}">
                  <a16:creationId xmlns:a16="http://schemas.microsoft.com/office/drawing/2014/main" id="{CC953849-2F19-F265-474B-71E9B04C7AC4}"/>
                </a:ext>
              </a:extLst>
            </p:cNvPr>
            <p:cNvCxnSpPr>
              <a:cxnSpLocks/>
              <a:stCxn id="3106" idx="4"/>
              <a:endCxn id="3107" idx="0"/>
            </p:cNvCxnSpPr>
            <p:nvPr/>
          </p:nvCxnSpPr>
          <p:spPr>
            <a:xfrm>
              <a:off x="6365876" y="1961566"/>
              <a:ext cx="0" cy="776409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3" name="Straight Connector 3112">
              <a:extLst>
                <a:ext uri="{FF2B5EF4-FFF2-40B4-BE49-F238E27FC236}">
                  <a16:creationId xmlns:a16="http://schemas.microsoft.com/office/drawing/2014/main" id="{08BCCC2C-31EF-A56C-02BA-7C2035C85F46}"/>
                </a:ext>
              </a:extLst>
            </p:cNvPr>
            <p:cNvCxnSpPr>
              <a:cxnSpLocks/>
              <a:stCxn id="3107" idx="4"/>
              <a:endCxn id="3108" idx="0"/>
            </p:cNvCxnSpPr>
            <p:nvPr/>
          </p:nvCxnSpPr>
          <p:spPr>
            <a:xfrm>
              <a:off x="6365876" y="3019629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4" name="Straight Connector 3113">
              <a:extLst>
                <a:ext uri="{FF2B5EF4-FFF2-40B4-BE49-F238E27FC236}">
                  <a16:creationId xmlns:a16="http://schemas.microsoft.com/office/drawing/2014/main" id="{DE36AB4B-1BA0-1E9B-A390-3605881B5432}"/>
                </a:ext>
              </a:extLst>
            </p:cNvPr>
            <p:cNvCxnSpPr>
              <a:cxnSpLocks/>
              <a:stCxn id="3108" idx="4"/>
              <a:endCxn id="3109" idx="0"/>
            </p:cNvCxnSpPr>
            <p:nvPr/>
          </p:nvCxnSpPr>
          <p:spPr>
            <a:xfrm>
              <a:off x="6365876" y="4080988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5" name="Straight Connector 3114">
              <a:extLst>
                <a:ext uri="{FF2B5EF4-FFF2-40B4-BE49-F238E27FC236}">
                  <a16:creationId xmlns:a16="http://schemas.microsoft.com/office/drawing/2014/main" id="{907DC0BC-65BA-86EE-22CD-BF132A350C57}"/>
                </a:ext>
              </a:extLst>
            </p:cNvPr>
            <p:cNvCxnSpPr>
              <a:cxnSpLocks/>
              <a:stCxn id="3109" idx="4"/>
              <a:endCxn id="3110" idx="0"/>
            </p:cNvCxnSpPr>
            <p:nvPr/>
          </p:nvCxnSpPr>
          <p:spPr>
            <a:xfrm>
              <a:off x="6365876" y="5142347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6" name="Straight Connector 3115">
              <a:extLst>
                <a:ext uri="{FF2B5EF4-FFF2-40B4-BE49-F238E27FC236}">
                  <a16:creationId xmlns:a16="http://schemas.microsoft.com/office/drawing/2014/main" id="{7E603D42-BE91-88C0-2FC4-06970D10876C}"/>
                </a:ext>
              </a:extLst>
            </p:cNvPr>
            <p:cNvCxnSpPr>
              <a:cxnSpLocks/>
              <a:stCxn id="3105" idx="2"/>
              <a:endCxn id="3094" idx="6"/>
            </p:cNvCxnSpPr>
            <p:nvPr/>
          </p:nvCxnSpPr>
          <p:spPr>
            <a:xfrm flipH="1">
              <a:off x="5447809" y="759057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7" name="Straight Connector 3116">
              <a:extLst>
                <a:ext uri="{FF2B5EF4-FFF2-40B4-BE49-F238E27FC236}">
                  <a16:creationId xmlns:a16="http://schemas.microsoft.com/office/drawing/2014/main" id="{1700E281-0301-48E4-F994-4C9144060921}"/>
                </a:ext>
              </a:extLst>
            </p:cNvPr>
            <p:cNvCxnSpPr>
              <a:cxnSpLocks/>
              <a:stCxn id="3106" idx="2"/>
              <a:endCxn id="3095" idx="6"/>
            </p:cNvCxnSpPr>
            <p:nvPr/>
          </p:nvCxnSpPr>
          <p:spPr>
            <a:xfrm flipH="1">
              <a:off x="5447809" y="1819834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8" name="Straight Connector 3117">
              <a:extLst>
                <a:ext uri="{FF2B5EF4-FFF2-40B4-BE49-F238E27FC236}">
                  <a16:creationId xmlns:a16="http://schemas.microsoft.com/office/drawing/2014/main" id="{400B7177-AFC4-CB93-BC47-282B60254D0E}"/>
                </a:ext>
              </a:extLst>
            </p:cNvPr>
            <p:cNvCxnSpPr>
              <a:cxnSpLocks/>
              <a:stCxn id="3107" idx="2"/>
              <a:endCxn id="3096" idx="6"/>
            </p:cNvCxnSpPr>
            <p:nvPr/>
          </p:nvCxnSpPr>
          <p:spPr>
            <a:xfrm flipH="1">
              <a:off x="5447809" y="2878802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9" name="Straight Connector 3118">
              <a:extLst>
                <a:ext uri="{FF2B5EF4-FFF2-40B4-BE49-F238E27FC236}">
                  <a16:creationId xmlns:a16="http://schemas.microsoft.com/office/drawing/2014/main" id="{EBE347F8-A845-1617-91F5-EECA25ED6187}"/>
                </a:ext>
              </a:extLst>
            </p:cNvPr>
            <p:cNvCxnSpPr>
              <a:cxnSpLocks/>
              <a:stCxn id="3109" idx="2"/>
              <a:endCxn id="3098" idx="6"/>
            </p:cNvCxnSpPr>
            <p:nvPr/>
          </p:nvCxnSpPr>
          <p:spPr>
            <a:xfrm flipH="1">
              <a:off x="5447809" y="5001520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0" name="Straight Connector 3119">
              <a:extLst>
                <a:ext uri="{FF2B5EF4-FFF2-40B4-BE49-F238E27FC236}">
                  <a16:creationId xmlns:a16="http://schemas.microsoft.com/office/drawing/2014/main" id="{CFF34BFE-78AB-798C-92DF-31819685974F}"/>
                </a:ext>
              </a:extLst>
            </p:cNvPr>
            <p:cNvCxnSpPr>
              <a:cxnSpLocks/>
              <a:stCxn id="3110" idx="2"/>
              <a:endCxn id="3099" idx="6"/>
            </p:cNvCxnSpPr>
            <p:nvPr/>
          </p:nvCxnSpPr>
          <p:spPr>
            <a:xfrm flipH="1">
              <a:off x="5447809" y="6062879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1" name="Straight Connector 3120">
              <a:extLst>
                <a:ext uri="{FF2B5EF4-FFF2-40B4-BE49-F238E27FC236}">
                  <a16:creationId xmlns:a16="http://schemas.microsoft.com/office/drawing/2014/main" id="{B188D9D4-7CDF-8325-F365-DCC2ECEA192B}"/>
                </a:ext>
              </a:extLst>
            </p:cNvPr>
            <p:cNvCxnSpPr>
              <a:cxnSpLocks/>
              <a:stCxn id="3108" idx="2"/>
              <a:endCxn id="3097" idx="6"/>
            </p:cNvCxnSpPr>
            <p:nvPr/>
          </p:nvCxnSpPr>
          <p:spPr>
            <a:xfrm flipH="1">
              <a:off x="5447809" y="3940161"/>
              <a:ext cx="777240" cy="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8" name="Straight Connector 3127">
              <a:extLst>
                <a:ext uri="{FF2B5EF4-FFF2-40B4-BE49-F238E27FC236}">
                  <a16:creationId xmlns:a16="http://schemas.microsoft.com/office/drawing/2014/main" id="{42334E08-3A3D-9525-DBB6-9B02ED1C7688}"/>
                </a:ext>
              </a:extLst>
            </p:cNvPr>
            <p:cNvCxnSpPr>
              <a:stCxn id="3122" idx="4"/>
              <a:endCxn id="3123" idx="0"/>
            </p:cNvCxnSpPr>
            <p:nvPr/>
          </p:nvCxnSpPr>
          <p:spPr>
            <a:xfrm>
              <a:off x="7424770" y="899884"/>
              <a:ext cx="0" cy="778218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9" name="Straight Connector 3128">
              <a:extLst>
                <a:ext uri="{FF2B5EF4-FFF2-40B4-BE49-F238E27FC236}">
                  <a16:creationId xmlns:a16="http://schemas.microsoft.com/office/drawing/2014/main" id="{9DECF85C-FA29-DBE1-2855-C65C6D86295A}"/>
                </a:ext>
              </a:extLst>
            </p:cNvPr>
            <p:cNvCxnSpPr>
              <a:cxnSpLocks/>
              <a:stCxn id="3123" idx="4"/>
              <a:endCxn id="3124" idx="0"/>
            </p:cNvCxnSpPr>
            <p:nvPr/>
          </p:nvCxnSpPr>
          <p:spPr>
            <a:xfrm>
              <a:off x="7424770" y="1961566"/>
              <a:ext cx="0" cy="776409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0" name="Straight Connector 3129">
              <a:extLst>
                <a:ext uri="{FF2B5EF4-FFF2-40B4-BE49-F238E27FC236}">
                  <a16:creationId xmlns:a16="http://schemas.microsoft.com/office/drawing/2014/main" id="{4B4655B3-7464-B0F5-8926-6C86FAA6935C}"/>
                </a:ext>
              </a:extLst>
            </p:cNvPr>
            <p:cNvCxnSpPr>
              <a:cxnSpLocks/>
              <a:stCxn id="3124" idx="4"/>
              <a:endCxn id="3125" idx="0"/>
            </p:cNvCxnSpPr>
            <p:nvPr/>
          </p:nvCxnSpPr>
          <p:spPr>
            <a:xfrm>
              <a:off x="7424770" y="3019629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1" name="Straight Connector 3130">
              <a:extLst>
                <a:ext uri="{FF2B5EF4-FFF2-40B4-BE49-F238E27FC236}">
                  <a16:creationId xmlns:a16="http://schemas.microsoft.com/office/drawing/2014/main" id="{62986707-EEF7-6F41-01E2-0E7BB8AA7386}"/>
                </a:ext>
              </a:extLst>
            </p:cNvPr>
            <p:cNvCxnSpPr>
              <a:cxnSpLocks/>
              <a:stCxn id="3125" idx="4"/>
              <a:endCxn id="3126" idx="0"/>
            </p:cNvCxnSpPr>
            <p:nvPr/>
          </p:nvCxnSpPr>
          <p:spPr>
            <a:xfrm>
              <a:off x="7424770" y="4080988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2" name="Straight Connector 3131">
              <a:extLst>
                <a:ext uri="{FF2B5EF4-FFF2-40B4-BE49-F238E27FC236}">
                  <a16:creationId xmlns:a16="http://schemas.microsoft.com/office/drawing/2014/main" id="{941C28AD-9864-1DDE-23FB-1F0E9FC6F6FA}"/>
                </a:ext>
              </a:extLst>
            </p:cNvPr>
            <p:cNvCxnSpPr>
              <a:cxnSpLocks/>
              <a:stCxn id="3126" idx="4"/>
              <a:endCxn id="3127" idx="0"/>
            </p:cNvCxnSpPr>
            <p:nvPr/>
          </p:nvCxnSpPr>
          <p:spPr>
            <a:xfrm>
              <a:off x="7424770" y="5142347"/>
              <a:ext cx="0" cy="779705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3" name="Straight Connector 3132">
              <a:extLst>
                <a:ext uri="{FF2B5EF4-FFF2-40B4-BE49-F238E27FC236}">
                  <a16:creationId xmlns:a16="http://schemas.microsoft.com/office/drawing/2014/main" id="{D18EBAE8-D9A3-60E8-93B7-14EAEF10E955}"/>
                </a:ext>
              </a:extLst>
            </p:cNvPr>
            <p:cNvCxnSpPr>
              <a:cxnSpLocks/>
              <a:stCxn id="3122" idx="2"/>
              <a:endCxn id="3105" idx="6"/>
            </p:cNvCxnSpPr>
            <p:nvPr/>
          </p:nvCxnSpPr>
          <p:spPr>
            <a:xfrm flipH="1">
              <a:off x="6506703" y="759057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4" name="Straight Connector 3133">
              <a:extLst>
                <a:ext uri="{FF2B5EF4-FFF2-40B4-BE49-F238E27FC236}">
                  <a16:creationId xmlns:a16="http://schemas.microsoft.com/office/drawing/2014/main" id="{E3DE542E-B5C6-601D-A3C9-A56075941897}"/>
                </a:ext>
              </a:extLst>
            </p:cNvPr>
            <p:cNvCxnSpPr>
              <a:cxnSpLocks/>
              <a:stCxn id="3123" idx="2"/>
              <a:endCxn id="3106" idx="6"/>
            </p:cNvCxnSpPr>
            <p:nvPr/>
          </p:nvCxnSpPr>
          <p:spPr>
            <a:xfrm flipH="1">
              <a:off x="6506703" y="1819834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5" name="Straight Connector 3134">
              <a:extLst>
                <a:ext uri="{FF2B5EF4-FFF2-40B4-BE49-F238E27FC236}">
                  <a16:creationId xmlns:a16="http://schemas.microsoft.com/office/drawing/2014/main" id="{6EE04DDF-E5DD-3115-8D2A-14EB6D3A9EA4}"/>
                </a:ext>
              </a:extLst>
            </p:cNvPr>
            <p:cNvCxnSpPr>
              <a:cxnSpLocks/>
              <a:stCxn id="3124" idx="2"/>
              <a:endCxn id="3107" idx="6"/>
            </p:cNvCxnSpPr>
            <p:nvPr/>
          </p:nvCxnSpPr>
          <p:spPr>
            <a:xfrm flipH="1">
              <a:off x="6506703" y="2878802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6" name="Straight Connector 3135">
              <a:extLst>
                <a:ext uri="{FF2B5EF4-FFF2-40B4-BE49-F238E27FC236}">
                  <a16:creationId xmlns:a16="http://schemas.microsoft.com/office/drawing/2014/main" id="{A64A1F6B-55F7-7304-3B70-CC1B498BD690}"/>
                </a:ext>
              </a:extLst>
            </p:cNvPr>
            <p:cNvCxnSpPr>
              <a:cxnSpLocks/>
              <a:stCxn id="3126" idx="2"/>
              <a:endCxn id="3109" idx="6"/>
            </p:cNvCxnSpPr>
            <p:nvPr/>
          </p:nvCxnSpPr>
          <p:spPr>
            <a:xfrm flipH="1">
              <a:off x="6506703" y="5001520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7" name="Straight Connector 3136">
              <a:extLst>
                <a:ext uri="{FF2B5EF4-FFF2-40B4-BE49-F238E27FC236}">
                  <a16:creationId xmlns:a16="http://schemas.microsoft.com/office/drawing/2014/main" id="{CC700202-00A4-2A2E-94B4-3BA1F1B0078E}"/>
                </a:ext>
              </a:extLst>
            </p:cNvPr>
            <p:cNvCxnSpPr>
              <a:cxnSpLocks/>
              <a:stCxn id="3127" idx="2"/>
              <a:endCxn id="3110" idx="6"/>
            </p:cNvCxnSpPr>
            <p:nvPr/>
          </p:nvCxnSpPr>
          <p:spPr>
            <a:xfrm flipH="1">
              <a:off x="6506703" y="6062879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8" name="Straight Connector 3137">
              <a:extLst>
                <a:ext uri="{FF2B5EF4-FFF2-40B4-BE49-F238E27FC236}">
                  <a16:creationId xmlns:a16="http://schemas.microsoft.com/office/drawing/2014/main" id="{3EFB0051-5845-39C8-47B8-8AF6052036A1}"/>
                </a:ext>
              </a:extLst>
            </p:cNvPr>
            <p:cNvCxnSpPr>
              <a:cxnSpLocks/>
              <a:stCxn id="3125" idx="2"/>
              <a:endCxn id="3108" idx="6"/>
            </p:cNvCxnSpPr>
            <p:nvPr/>
          </p:nvCxnSpPr>
          <p:spPr>
            <a:xfrm flipH="1">
              <a:off x="6506703" y="3940161"/>
              <a:ext cx="777240" cy="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9" name="Straight Connector 3138">
              <a:extLst>
                <a:ext uri="{FF2B5EF4-FFF2-40B4-BE49-F238E27FC236}">
                  <a16:creationId xmlns:a16="http://schemas.microsoft.com/office/drawing/2014/main" id="{0256210F-0461-0728-6217-08BDFE36AC0A}"/>
                </a:ext>
              </a:extLst>
            </p:cNvPr>
            <p:cNvCxnSpPr>
              <a:cxnSpLocks/>
              <a:stCxn id="3094" idx="2"/>
              <a:endCxn id="61" idx="6"/>
            </p:cNvCxnSpPr>
            <p:nvPr/>
          </p:nvCxnSpPr>
          <p:spPr>
            <a:xfrm flipH="1">
              <a:off x="4388915" y="759057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2" name="Straight Connector 3141">
              <a:extLst>
                <a:ext uri="{FF2B5EF4-FFF2-40B4-BE49-F238E27FC236}">
                  <a16:creationId xmlns:a16="http://schemas.microsoft.com/office/drawing/2014/main" id="{4908B9E7-ACA6-2E09-3A77-00886B9D5448}"/>
                </a:ext>
              </a:extLst>
            </p:cNvPr>
            <p:cNvCxnSpPr>
              <a:cxnSpLocks/>
              <a:stCxn id="3095" idx="2"/>
              <a:endCxn id="62" idx="6"/>
            </p:cNvCxnSpPr>
            <p:nvPr/>
          </p:nvCxnSpPr>
          <p:spPr>
            <a:xfrm flipH="1">
              <a:off x="4388915" y="1819834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" name="Straight Connector 3144">
              <a:extLst>
                <a:ext uri="{FF2B5EF4-FFF2-40B4-BE49-F238E27FC236}">
                  <a16:creationId xmlns:a16="http://schemas.microsoft.com/office/drawing/2014/main" id="{ED723813-479A-F24E-0016-91D6E47658E5}"/>
                </a:ext>
              </a:extLst>
            </p:cNvPr>
            <p:cNvCxnSpPr>
              <a:cxnSpLocks/>
              <a:stCxn id="3096" idx="2"/>
              <a:endCxn id="63" idx="6"/>
            </p:cNvCxnSpPr>
            <p:nvPr/>
          </p:nvCxnSpPr>
          <p:spPr>
            <a:xfrm flipH="1">
              <a:off x="4388915" y="2878802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8" name="Straight Connector 3147">
              <a:extLst>
                <a:ext uri="{FF2B5EF4-FFF2-40B4-BE49-F238E27FC236}">
                  <a16:creationId xmlns:a16="http://schemas.microsoft.com/office/drawing/2014/main" id="{5034FAC7-DE17-0468-A4DB-38C99552D894}"/>
                </a:ext>
              </a:extLst>
            </p:cNvPr>
            <p:cNvCxnSpPr>
              <a:cxnSpLocks/>
              <a:stCxn id="3097" idx="2"/>
              <a:endCxn id="3072" idx="6"/>
            </p:cNvCxnSpPr>
            <p:nvPr/>
          </p:nvCxnSpPr>
          <p:spPr>
            <a:xfrm flipH="1">
              <a:off x="4388915" y="3940161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1" name="Straight Connector 3150">
              <a:extLst>
                <a:ext uri="{FF2B5EF4-FFF2-40B4-BE49-F238E27FC236}">
                  <a16:creationId xmlns:a16="http://schemas.microsoft.com/office/drawing/2014/main" id="{5F62155D-2F2A-579D-7F22-E6EC9C87AA40}"/>
                </a:ext>
              </a:extLst>
            </p:cNvPr>
            <p:cNvCxnSpPr>
              <a:cxnSpLocks/>
              <a:stCxn id="3098" idx="2"/>
              <a:endCxn id="3073" idx="6"/>
            </p:cNvCxnSpPr>
            <p:nvPr/>
          </p:nvCxnSpPr>
          <p:spPr>
            <a:xfrm flipH="1">
              <a:off x="4388915" y="5001520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4" name="Straight Connector 3153">
              <a:extLst>
                <a:ext uri="{FF2B5EF4-FFF2-40B4-BE49-F238E27FC236}">
                  <a16:creationId xmlns:a16="http://schemas.microsoft.com/office/drawing/2014/main" id="{086923C8-DD10-AB6C-73AF-6540BD91C3BB}"/>
                </a:ext>
              </a:extLst>
            </p:cNvPr>
            <p:cNvCxnSpPr>
              <a:cxnSpLocks/>
              <a:stCxn id="3099" idx="2"/>
              <a:endCxn id="3075" idx="6"/>
            </p:cNvCxnSpPr>
            <p:nvPr/>
          </p:nvCxnSpPr>
          <p:spPr>
            <a:xfrm flipH="1">
              <a:off x="4388915" y="6062879"/>
              <a:ext cx="77724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7" name="Straight Connector 3156">
              <a:extLst>
                <a:ext uri="{FF2B5EF4-FFF2-40B4-BE49-F238E27FC236}">
                  <a16:creationId xmlns:a16="http://schemas.microsoft.com/office/drawing/2014/main" id="{BDADED0A-F8D1-70E0-F0A5-C67FF0291EC8}"/>
                </a:ext>
              </a:extLst>
            </p:cNvPr>
            <p:cNvCxnSpPr>
              <a:cxnSpLocks/>
              <a:stCxn id="3127" idx="4"/>
            </p:cNvCxnSpPr>
            <p:nvPr/>
          </p:nvCxnSpPr>
          <p:spPr>
            <a:xfrm>
              <a:off x="7424770" y="6203706"/>
              <a:ext cx="0" cy="393192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0" name="Straight Connector 3159">
              <a:extLst>
                <a:ext uri="{FF2B5EF4-FFF2-40B4-BE49-F238E27FC236}">
                  <a16:creationId xmlns:a16="http://schemas.microsoft.com/office/drawing/2014/main" id="{BEE8798C-E301-2312-A075-208FE0ACBF03}"/>
                </a:ext>
              </a:extLst>
            </p:cNvPr>
            <p:cNvCxnSpPr>
              <a:cxnSpLocks/>
              <a:stCxn id="3110" idx="4"/>
            </p:cNvCxnSpPr>
            <p:nvPr/>
          </p:nvCxnSpPr>
          <p:spPr>
            <a:xfrm>
              <a:off x="6365876" y="6203706"/>
              <a:ext cx="0" cy="393192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4" name="Straight Connector 3163">
              <a:extLst>
                <a:ext uri="{FF2B5EF4-FFF2-40B4-BE49-F238E27FC236}">
                  <a16:creationId xmlns:a16="http://schemas.microsoft.com/office/drawing/2014/main" id="{52C766B3-A2A5-D002-ECC7-3450E3E9D2B8}"/>
                </a:ext>
              </a:extLst>
            </p:cNvPr>
            <p:cNvCxnSpPr>
              <a:cxnSpLocks/>
            </p:cNvCxnSpPr>
            <p:nvPr/>
          </p:nvCxnSpPr>
          <p:spPr>
            <a:xfrm>
              <a:off x="5306982" y="6203706"/>
              <a:ext cx="0" cy="393192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5" name="Straight Connector 3164">
              <a:extLst>
                <a:ext uri="{FF2B5EF4-FFF2-40B4-BE49-F238E27FC236}">
                  <a16:creationId xmlns:a16="http://schemas.microsoft.com/office/drawing/2014/main" id="{6DAC2400-6521-3C8B-34ED-59264FCF0606}"/>
                </a:ext>
              </a:extLst>
            </p:cNvPr>
            <p:cNvCxnSpPr>
              <a:cxnSpLocks/>
            </p:cNvCxnSpPr>
            <p:nvPr/>
          </p:nvCxnSpPr>
          <p:spPr>
            <a:xfrm>
              <a:off x="4248088" y="6203706"/>
              <a:ext cx="0" cy="393192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6" name="Straight Connector 3165">
              <a:extLst>
                <a:ext uri="{FF2B5EF4-FFF2-40B4-BE49-F238E27FC236}">
                  <a16:creationId xmlns:a16="http://schemas.microsoft.com/office/drawing/2014/main" id="{478224B0-D9E3-30BF-E339-49B8A055F455}"/>
                </a:ext>
              </a:extLst>
            </p:cNvPr>
            <p:cNvCxnSpPr>
              <a:cxnSpLocks/>
            </p:cNvCxnSpPr>
            <p:nvPr/>
          </p:nvCxnSpPr>
          <p:spPr>
            <a:xfrm>
              <a:off x="3185916" y="6203706"/>
              <a:ext cx="0" cy="393192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7" name="Straight Connector 3166">
              <a:extLst>
                <a:ext uri="{FF2B5EF4-FFF2-40B4-BE49-F238E27FC236}">
                  <a16:creationId xmlns:a16="http://schemas.microsoft.com/office/drawing/2014/main" id="{CD297D32-5F3E-CBA1-EAD3-83A4A93FB039}"/>
                </a:ext>
              </a:extLst>
            </p:cNvPr>
            <p:cNvCxnSpPr>
              <a:cxnSpLocks/>
            </p:cNvCxnSpPr>
            <p:nvPr/>
          </p:nvCxnSpPr>
          <p:spPr>
            <a:xfrm>
              <a:off x="2130300" y="6203706"/>
              <a:ext cx="0" cy="393192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8" name="Straight Connector 3167">
              <a:extLst>
                <a:ext uri="{FF2B5EF4-FFF2-40B4-BE49-F238E27FC236}">
                  <a16:creationId xmlns:a16="http://schemas.microsoft.com/office/drawing/2014/main" id="{FC91393F-24F3-C0D1-FE6A-569557F684D3}"/>
                </a:ext>
              </a:extLst>
            </p:cNvPr>
            <p:cNvCxnSpPr>
              <a:cxnSpLocks/>
              <a:endCxn id="2" idx="0"/>
            </p:cNvCxnSpPr>
            <p:nvPr/>
          </p:nvCxnSpPr>
          <p:spPr>
            <a:xfrm>
              <a:off x="2130300" y="225038"/>
              <a:ext cx="0" cy="393192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0" name="Straight Connector 3169">
              <a:extLst>
                <a:ext uri="{FF2B5EF4-FFF2-40B4-BE49-F238E27FC236}">
                  <a16:creationId xmlns:a16="http://schemas.microsoft.com/office/drawing/2014/main" id="{F38C7181-6786-EADE-EA01-15C8D4035383}"/>
                </a:ext>
              </a:extLst>
            </p:cNvPr>
            <p:cNvCxnSpPr>
              <a:cxnSpLocks/>
            </p:cNvCxnSpPr>
            <p:nvPr/>
          </p:nvCxnSpPr>
          <p:spPr>
            <a:xfrm>
              <a:off x="3189194" y="225038"/>
              <a:ext cx="0" cy="393192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1" name="Straight Connector 3170">
              <a:extLst>
                <a:ext uri="{FF2B5EF4-FFF2-40B4-BE49-F238E27FC236}">
                  <a16:creationId xmlns:a16="http://schemas.microsoft.com/office/drawing/2014/main" id="{C17FDA5B-00FF-0C87-8BB7-37F3398521FF}"/>
                </a:ext>
              </a:extLst>
            </p:cNvPr>
            <p:cNvCxnSpPr>
              <a:cxnSpLocks/>
            </p:cNvCxnSpPr>
            <p:nvPr/>
          </p:nvCxnSpPr>
          <p:spPr>
            <a:xfrm>
              <a:off x="4248088" y="225038"/>
              <a:ext cx="0" cy="393192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2" name="Straight Connector 3171">
              <a:extLst>
                <a:ext uri="{FF2B5EF4-FFF2-40B4-BE49-F238E27FC236}">
                  <a16:creationId xmlns:a16="http://schemas.microsoft.com/office/drawing/2014/main" id="{F0E866AB-1AE2-6686-318B-FE0B962A7AF1}"/>
                </a:ext>
              </a:extLst>
            </p:cNvPr>
            <p:cNvCxnSpPr>
              <a:cxnSpLocks/>
            </p:cNvCxnSpPr>
            <p:nvPr/>
          </p:nvCxnSpPr>
          <p:spPr>
            <a:xfrm>
              <a:off x="5306982" y="225038"/>
              <a:ext cx="0" cy="393192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4" name="Straight Connector 3173">
              <a:extLst>
                <a:ext uri="{FF2B5EF4-FFF2-40B4-BE49-F238E27FC236}">
                  <a16:creationId xmlns:a16="http://schemas.microsoft.com/office/drawing/2014/main" id="{ECA7EA6B-AB59-E230-78E8-738C436316AC}"/>
                </a:ext>
              </a:extLst>
            </p:cNvPr>
            <p:cNvCxnSpPr>
              <a:cxnSpLocks/>
              <a:endCxn id="3105" idx="0"/>
            </p:cNvCxnSpPr>
            <p:nvPr/>
          </p:nvCxnSpPr>
          <p:spPr>
            <a:xfrm>
              <a:off x="6365876" y="225038"/>
              <a:ext cx="0" cy="393192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A648529C-6BE6-5B34-B343-ACBE61D9BEBD}"/>
                </a:ext>
              </a:extLst>
            </p:cNvPr>
            <p:cNvCxnSpPr>
              <a:cxnSpLocks/>
              <a:endCxn id="3122" idx="0"/>
            </p:cNvCxnSpPr>
            <p:nvPr/>
          </p:nvCxnSpPr>
          <p:spPr>
            <a:xfrm>
              <a:off x="7423151" y="225038"/>
              <a:ext cx="1619" cy="393192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8" name="Straight Connector 3177">
              <a:extLst>
                <a:ext uri="{FF2B5EF4-FFF2-40B4-BE49-F238E27FC236}">
                  <a16:creationId xmlns:a16="http://schemas.microsoft.com/office/drawing/2014/main" id="{5E25B1AA-E1BD-430E-F49B-FBBE9871B9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5597" y="759057"/>
              <a:ext cx="39323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0" name="Straight Connector 3179">
              <a:extLst>
                <a:ext uri="{FF2B5EF4-FFF2-40B4-BE49-F238E27FC236}">
                  <a16:creationId xmlns:a16="http://schemas.microsoft.com/office/drawing/2014/main" id="{B3BF2524-1160-EC9F-7987-A67160A5BA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5597" y="1819834"/>
              <a:ext cx="39323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1" name="Straight Connector 3180">
              <a:extLst>
                <a:ext uri="{FF2B5EF4-FFF2-40B4-BE49-F238E27FC236}">
                  <a16:creationId xmlns:a16="http://schemas.microsoft.com/office/drawing/2014/main" id="{C275F8CB-91E7-732B-CF0A-F92FBFF217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5597" y="2878802"/>
              <a:ext cx="39323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2" name="Straight Connector 3181">
              <a:extLst>
                <a:ext uri="{FF2B5EF4-FFF2-40B4-BE49-F238E27FC236}">
                  <a16:creationId xmlns:a16="http://schemas.microsoft.com/office/drawing/2014/main" id="{FDEF08EA-0E78-C800-1EA6-8B2B675C8F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5597" y="3946163"/>
              <a:ext cx="39323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3" name="Straight Connector 3182">
              <a:extLst>
                <a:ext uri="{FF2B5EF4-FFF2-40B4-BE49-F238E27FC236}">
                  <a16:creationId xmlns:a16="http://schemas.microsoft.com/office/drawing/2014/main" id="{AE82AE63-925B-D710-4491-07FFF7D553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5597" y="5002083"/>
              <a:ext cx="39323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4" name="Straight Connector 3183">
              <a:extLst>
                <a:ext uri="{FF2B5EF4-FFF2-40B4-BE49-F238E27FC236}">
                  <a16:creationId xmlns:a16="http://schemas.microsoft.com/office/drawing/2014/main" id="{587CD3A6-2FF1-16C0-3E2B-69F73EDC07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5597" y="6062879"/>
              <a:ext cx="39323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5" name="Straight Connector 3184">
              <a:extLst>
                <a:ext uri="{FF2B5EF4-FFF2-40B4-BE49-F238E27FC236}">
                  <a16:creationId xmlns:a16="http://schemas.microsoft.com/office/drawing/2014/main" id="{48A3AD0E-FF6F-8B50-A888-5BDAB8C6EE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243" y="759057"/>
              <a:ext cx="39323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6" name="Straight Connector 3185">
              <a:extLst>
                <a:ext uri="{FF2B5EF4-FFF2-40B4-BE49-F238E27FC236}">
                  <a16:creationId xmlns:a16="http://schemas.microsoft.com/office/drawing/2014/main" id="{9964A88A-D9F8-199D-4D30-5320A9FE33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243" y="1819834"/>
              <a:ext cx="39323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7" name="Straight Connector 3186">
              <a:extLst>
                <a:ext uri="{FF2B5EF4-FFF2-40B4-BE49-F238E27FC236}">
                  <a16:creationId xmlns:a16="http://schemas.microsoft.com/office/drawing/2014/main" id="{96F6AB97-1D8D-DB7A-A583-713B1EB0C4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243" y="2878802"/>
              <a:ext cx="39323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8" name="Straight Connector 3187">
              <a:extLst>
                <a:ext uri="{FF2B5EF4-FFF2-40B4-BE49-F238E27FC236}">
                  <a16:creationId xmlns:a16="http://schemas.microsoft.com/office/drawing/2014/main" id="{E6E5EC84-98A7-BE4C-5C8B-1CCF4C53E7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243" y="3946163"/>
              <a:ext cx="39323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9" name="Straight Connector 3188">
              <a:extLst>
                <a:ext uri="{FF2B5EF4-FFF2-40B4-BE49-F238E27FC236}">
                  <a16:creationId xmlns:a16="http://schemas.microsoft.com/office/drawing/2014/main" id="{5EA814B3-B48C-2A43-F8A7-E2174DBD78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243" y="5002083"/>
              <a:ext cx="39323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0" name="Straight Connector 3189">
              <a:extLst>
                <a:ext uri="{FF2B5EF4-FFF2-40B4-BE49-F238E27FC236}">
                  <a16:creationId xmlns:a16="http://schemas.microsoft.com/office/drawing/2014/main" id="{1C1EB593-84B9-EAA6-3FAB-50E0F800A0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243" y="6062879"/>
              <a:ext cx="393230" cy="0"/>
            </a:xfrm>
            <a:prstGeom prst="line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7" name="Rectangle 3216">
            <a:extLst>
              <a:ext uri="{FF2B5EF4-FFF2-40B4-BE49-F238E27FC236}">
                <a16:creationId xmlns:a16="http://schemas.microsoft.com/office/drawing/2014/main" id="{F775529A-A2F9-9F5A-B25F-A999A7A4C6DE}"/>
              </a:ext>
            </a:extLst>
          </p:cNvPr>
          <p:cNvSpPr/>
          <p:nvPr/>
        </p:nvSpPr>
        <p:spPr>
          <a:xfrm>
            <a:off x="1614881" y="201881"/>
            <a:ext cx="6361958" cy="6377049"/>
          </a:xfrm>
          <a:prstGeom prst="rect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8" name="Triangle 3217">
            <a:extLst>
              <a:ext uri="{FF2B5EF4-FFF2-40B4-BE49-F238E27FC236}">
                <a16:creationId xmlns:a16="http://schemas.microsoft.com/office/drawing/2014/main" id="{D283C5C6-A3F6-08DD-F52C-FCE9B1C3B843}"/>
              </a:ext>
            </a:extLst>
          </p:cNvPr>
          <p:cNvSpPr/>
          <p:nvPr/>
        </p:nvSpPr>
        <p:spPr>
          <a:xfrm rot="10800000">
            <a:off x="1477953" y="3292005"/>
            <a:ext cx="268968" cy="27399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9" name="Triangle 3218">
            <a:extLst>
              <a:ext uri="{FF2B5EF4-FFF2-40B4-BE49-F238E27FC236}">
                <a16:creationId xmlns:a16="http://schemas.microsoft.com/office/drawing/2014/main" id="{882FFDE5-34F1-2A24-451E-898A0E11F263}"/>
              </a:ext>
            </a:extLst>
          </p:cNvPr>
          <p:cNvSpPr/>
          <p:nvPr/>
        </p:nvSpPr>
        <p:spPr>
          <a:xfrm rot="10800000">
            <a:off x="7841424" y="3295146"/>
            <a:ext cx="268968" cy="27399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22" name="Group 3221">
            <a:extLst>
              <a:ext uri="{FF2B5EF4-FFF2-40B4-BE49-F238E27FC236}">
                <a16:creationId xmlns:a16="http://schemas.microsoft.com/office/drawing/2014/main" id="{582114B4-A9CC-EDB1-9BE3-8F12832E62D8}"/>
              </a:ext>
            </a:extLst>
          </p:cNvPr>
          <p:cNvGrpSpPr/>
          <p:nvPr/>
        </p:nvGrpSpPr>
        <p:grpSpPr>
          <a:xfrm rot="16200000">
            <a:off x="4661376" y="-72400"/>
            <a:ext cx="268968" cy="547980"/>
            <a:chOff x="9701919" y="3086276"/>
            <a:chExt cx="268968" cy="547980"/>
          </a:xfrm>
          <a:solidFill>
            <a:schemeClr val="tx1"/>
          </a:solidFill>
        </p:grpSpPr>
        <p:sp>
          <p:nvSpPr>
            <p:cNvPr id="3220" name="Triangle 3219">
              <a:extLst>
                <a:ext uri="{FF2B5EF4-FFF2-40B4-BE49-F238E27FC236}">
                  <a16:creationId xmlns:a16="http://schemas.microsoft.com/office/drawing/2014/main" id="{522B365A-E01C-EC48-6B60-528F18240D93}"/>
                </a:ext>
              </a:extLst>
            </p:cNvPr>
            <p:cNvSpPr/>
            <p:nvPr/>
          </p:nvSpPr>
          <p:spPr>
            <a:xfrm>
              <a:off x="9701919" y="3086276"/>
              <a:ext cx="268968" cy="27399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1" name="Triangle 3220">
              <a:extLst>
                <a:ext uri="{FF2B5EF4-FFF2-40B4-BE49-F238E27FC236}">
                  <a16:creationId xmlns:a16="http://schemas.microsoft.com/office/drawing/2014/main" id="{A6D82A47-8E4C-3A50-A3F5-EBF7378C4D86}"/>
                </a:ext>
              </a:extLst>
            </p:cNvPr>
            <p:cNvSpPr/>
            <p:nvPr/>
          </p:nvSpPr>
          <p:spPr>
            <a:xfrm>
              <a:off x="9701919" y="3360266"/>
              <a:ext cx="268968" cy="27399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23" name="Group 3222">
            <a:extLst>
              <a:ext uri="{FF2B5EF4-FFF2-40B4-BE49-F238E27FC236}">
                <a16:creationId xmlns:a16="http://schemas.microsoft.com/office/drawing/2014/main" id="{5561A919-36CA-8A1C-230A-757493FD1FC5}"/>
              </a:ext>
            </a:extLst>
          </p:cNvPr>
          <p:cNvGrpSpPr/>
          <p:nvPr/>
        </p:nvGrpSpPr>
        <p:grpSpPr>
          <a:xfrm rot="16200000">
            <a:off x="4661376" y="6311452"/>
            <a:ext cx="268968" cy="547980"/>
            <a:chOff x="9701919" y="3086276"/>
            <a:chExt cx="268968" cy="547980"/>
          </a:xfrm>
          <a:solidFill>
            <a:schemeClr val="tx1"/>
          </a:solidFill>
        </p:grpSpPr>
        <p:sp>
          <p:nvSpPr>
            <p:cNvPr id="3224" name="Triangle 3223">
              <a:extLst>
                <a:ext uri="{FF2B5EF4-FFF2-40B4-BE49-F238E27FC236}">
                  <a16:creationId xmlns:a16="http://schemas.microsoft.com/office/drawing/2014/main" id="{5B77A2FC-A68A-D66D-309C-E210F8130838}"/>
                </a:ext>
              </a:extLst>
            </p:cNvPr>
            <p:cNvSpPr/>
            <p:nvPr/>
          </p:nvSpPr>
          <p:spPr>
            <a:xfrm>
              <a:off x="9701919" y="3086276"/>
              <a:ext cx="268968" cy="27399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5" name="Triangle 3224">
              <a:extLst>
                <a:ext uri="{FF2B5EF4-FFF2-40B4-BE49-F238E27FC236}">
                  <a16:creationId xmlns:a16="http://schemas.microsoft.com/office/drawing/2014/main" id="{2480DC98-6E0B-2387-B2ED-AEA754FD15F8}"/>
                </a:ext>
              </a:extLst>
            </p:cNvPr>
            <p:cNvSpPr/>
            <p:nvPr/>
          </p:nvSpPr>
          <p:spPr>
            <a:xfrm>
              <a:off x="9701919" y="3360266"/>
              <a:ext cx="268968" cy="27399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18C313E-8D30-3C1F-2340-4D707994F06A}"/>
              </a:ext>
            </a:extLst>
          </p:cNvPr>
          <p:cNvCxnSpPr/>
          <p:nvPr/>
        </p:nvCxnSpPr>
        <p:spPr>
          <a:xfrm>
            <a:off x="6790835" y="3126064"/>
            <a:ext cx="0" cy="550984"/>
          </a:xfrm>
          <a:prstGeom prst="straightConnector1">
            <a:avLst/>
          </a:prstGeom>
          <a:ln w="38100">
            <a:solidFill>
              <a:srgbClr val="86FF8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80F4B47-B226-EE4D-764E-2CD79603361B}"/>
              </a:ext>
            </a:extLst>
          </p:cNvPr>
          <p:cNvCxnSpPr/>
          <p:nvPr/>
        </p:nvCxnSpPr>
        <p:spPr>
          <a:xfrm>
            <a:off x="5590936" y="5378175"/>
            <a:ext cx="54864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70BB154-96AF-17D2-F673-94A027BF69CF}"/>
              </a:ext>
            </a:extLst>
          </p:cNvPr>
          <p:cNvCxnSpPr>
            <a:cxnSpLocks/>
          </p:cNvCxnSpPr>
          <p:nvPr/>
        </p:nvCxnSpPr>
        <p:spPr>
          <a:xfrm flipV="1">
            <a:off x="4884969" y="4177655"/>
            <a:ext cx="0" cy="548640"/>
          </a:xfrm>
          <a:prstGeom prst="straightConnector1">
            <a:avLst/>
          </a:prstGeom>
          <a:ln w="38100">
            <a:solidFill>
              <a:srgbClr val="E2000F">
                <a:alpha val="39608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D099C89-BADC-7056-138F-CB50C8DD63C9}"/>
              </a:ext>
            </a:extLst>
          </p:cNvPr>
          <p:cNvCxnSpPr>
            <a:cxnSpLocks/>
          </p:cNvCxnSpPr>
          <p:nvPr/>
        </p:nvCxnSpPr>
        <p:spPr>
          <a:xfrm flipH="1" flipV="1">
            <a:off x="5547360" y="2479683"/>
            <a:ext cx="548640" cy="747"/>
          </a:xfrm>
          <a:prstGeom prst="straightConnector1">
            <a:avLst/>
          </a:prstGeom>
          <a:ln w="38100">
            <a:solidFill>
              <a:srgbClr val="009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8454D7B-9ABD-664F-0221-8218CF1A950E}"/>
              </a:ext>
            </a:extLst>
          </p:cNvPr>
          <p:cNvCxnSpPr>
            <a:cxnSpLocks/>
          </p:cNvCxnSpPr>
          <p:nvPr/>
        </p:nvCxnSpPr>
        <p:spPr>
          <a:xfrm>
            <a:off x="4003473" y="2302743"/>
            <a:ext cx="54864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AD6FEAC-5099-B62A-AAB9-C90E5FDC1036}"/>
              </a:ext>
            </a:extLst>
          </p:cNvPr>
          <p:cNvCxnSpPr>
            <a:cxnSpLocks/>
          </p:cNvCxnSpPr>
          <p:nvPr/>
        </p:nvCxnSpPr>
        <p:spPr>
          <a:xfrm flipV="1">
            <a:off x="2814787" y="1004964"/>
            <a:ext cx="0" cy="548640"/>
          </a:xfrm>
          <a:prstGeom prst="straightConnector1">
            <a:avLst/>
          </a:prstGeom>
          <a:ln w="38100">
            <a:solidFill>
              <a:srgbClr val="E2000F">
                <a:alpha val="39608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D5A4C94-6C78-C517-B935-6E6D53094537}"/>
              </a:ext>
            </a:extLst>
          </p:cNvPr>
          <p:cNvCxnSpPr/>
          <p:nvPr/>
        </p:nvCxnSpPr>
        <p:spPr>
          <a:xfrm>
            <a:off x="3702096" y="4726295"/>
            <a:ext cx="0" cy="550984"/>
          </a:xfrm>
          <a:prstGeom prst="straightConnector1">
            <a:avLst/>
          </a:prstGeom>
          <a:ln w="38100">
            <a:solidFill>
              <a:srgbClr val="86FF8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12BD73F-82FF-7271-4005-3FC8851E1E02}"/>
              </a:ext>
            </a:extLst>
          </p:cNvPr>
          <p:cNvCxnSpPr>
            <a:cxnSpLocks/>
          </p:cNvCxnSpPr>
          <p:nvPr/>
        </p:nvCxnSpPr>
        <p:spPr>
          <a:xfrm flipH="1" flipV="1">
            <a:off x="2384639" y="3547176"/>
            <a:ext cx="548640" cy="747"/>
          </a:xfrm>
          <a:prstGeom prst="straightConnector1">
            <a:avLst/>
          </a:prstGeom>
          <a:ln w="38100">
            <a:solidFill>
              <a:srgbClr val="009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033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634B2-91BA-A530-8872-45F9F31CB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55C27CB3-6D44-BA3B-1763-51B9BB7F27AD}"/>
              </a:ext>
            </a:extLst>
          </p:cNvPr>
          <p:cNvGrpSpPr/>
          <p:nvPr/>
        </p:nvGrpSpPr>
        <p:grpSpPr>
          <a:xfrm>
            <a:off x="1479881" y="5254947"/>
            <a:ext cx="386860" cy="193430"/>
            <a:chOff x="899904" y="5254947"/>
            <a:chExt cx="386860" cy="19343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465953-FDED-19C6-D56E-4D84ECFEB685}"/>
                </a:ext>
              </a:extLst>
            </p:cNvPr>
            <p:cNvSpPr/>
            <p:nvPr/>
          </p:nvSpPr>
          <p:spPr>
            <a:xfrm>
              <a:off x="1093334" y="5254947"/>
              <a:ext cx="193430" cy="193430"/>
            </a:xfrm>
            <a:prstGeom prst="ellipse">
              <a:avLst/>
            </a:prstGeom>
            <a:solidFill>
              <a:srgbClr val="FF0000">
                <a:alpha val="8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3CA136-B05C-FB3F-3AE1-3B0021A8D463}"/>
                </a:ext>
              </a:extLst>
            </p:cNvPr>
            <p:cNvSpPr/>
            <p:nvPr/>
          </p:nvSpPr>
          <p:spPr>
            <a:xfrm>
              <a:off x="899904" y="5254947"/>
              <a:ext cx="193430" cy="193430"/>
            </a:xfrm>
            <a:prstGeom prst="ellipse">
              <a:avLst/>
            </a:prstGeom>
            <a:solidFill>
              <a:srgbClr val="00D900">
                <a:alpha val="8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5016382-D103-A383-A55D-A230A1416C23}"/>
              </a:ext>
            </a:extLst>
          </p:cNvPr>
          <p:cNvGrpSpPr/>
          <p:nvPr/>
        </p:nvGrpSpPr>
        <p:grpSpPr>
          <a:xfrm>
            <a:off x="2141934" y="5254947"/>
            <a:ext cx="386860" cy="193430"/>
            <a:chOff x="1674746" y="5254947"/>
            <a:chExt cx="386860" cy="19343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786B80B-6690-5D73-A23D-6CD096C5EFE7}"/>
                </a:ext>
              </a:extLst>
            </p:cNvPr>
            <p:cNvSpPr/>
            <p:nvPr/>
          </p:nvSpPr>
          <p:spPr>
            <a:xfrm>
              <a:off x="1868176" y="5254947"/>
              <a:ext cx="193430" cy="193430"/>
            </a:xfrm>
            <a:prstGeom prst="ellipse">
              <a:avLst/>
            </a:prstGeom>
            <a:solidFill>
              <a:srgbClr val="FF0000">
                <a:alpha val="12157"/>
              </a:srgb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64D35A4-4CBA-94CE-1C1D-3874E890DBB1}"/>
                </a:ext>
              </a:extLst>
            </p:cNvPr>
            <p:cNvSpPr/>
            <p:nvPr/>
          </p:nvSpPr>
          <p:spPr>
            <a:xfrm>
              <a:off x="1674746" y="5254947"/>
              <a:ext cx="193430" cy="193430"/>
            </a:xfrm>
            <a:prstGeom prst="ellipse">
              <a:avLst/>
            </a:prstGeom>
            <a:solidFill>
              <a:srgbClr val="00FF00">
                <a:alpha val="12157"/>
              </a:srgb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33406E5D-A149-01CE-1991-C3F2393A2DC4}"/>
              </a:ext>
            </a:extLst>
          </p:cNvPr>
          <p:cNvSpPr/>
          <p:nvPr/>
        </p:nvSpPr>
        <p:spPr>
          <a:xfrm>
            <a:off x="3014028" y="5254947"/>
            <a:ext cx="193430" cy="193430"/>
          </a:xfrm>
          <a:prstGeom prst="ellipse">
            <a:avLst/>
          </a:prstGeom>
          <a:pattFill prst="wdUpDiag">
            <a:fgClr>
              <a:srgbClr val="FFA9B8"/>
            </a:fgClr>
            <a:bgClr>
              <a:schemeClr val="bg1"/>
            </a:bgClr>
          </a:pattFill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7485214-C248-7B12-D355-A38AC0D52F85}"/>
              </a:ext>
            </a:extLst>
          </p:cNvPr>
          <p:cNvSpPr/>
          <p:nvPr/>
        </p:nvSpPr>
        <p:spPr>
          <a:xfrm>
            <a:off x="2820598" y="5254947"/>
            <a:ext cx="193430" cy="193430"/>
          </a:xfrm>
          <a:prstGeom prst="ellipse">
            <a:avLst/>
          </a:prstGeom>
          <a:pattFill prst="wdUpDiag">
            <a:fgClr>
              <a:srgbClr val="AFFEBD"/>
            </a:fgClr>
            <a:bgClr>
              <a:schemeClr val="bg1"/>
            </a:bgClr>
          </a:pattFill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23506EC-8ACE-F52B-63D0-01B09CB63F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61620" y="5525396"/>
            <a:ext cx="347484" cy="17374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B7A30F-961C-E1A6-90DF-94EDC43526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40286" y="5525396"/>
            <a:ext cx="347484" cy="173742"/>
          </a:xfrm>
          <a:prstGeom prst="rect">
            <a:avLst/>
          </a:prstGeom>
        </p:spPr>
      </p:pic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0381572-7656-09FF-050F-7CBC6709BF77}"/>
              </a:ext>
            </a:extLst>
          </p:cNvPr>
          <p:cNvGrpSpPr/>
          <p:nvPr/>
        </p:nvGrpSpPr>
        <p:grpSpPr>
          <a:xfrm>
            <a:off x="3627549" y="5325858"/>
            <a:ext cx="1234857" cy="193430"/>
            <a:chOff x="3353949" y="5254947"/>
            <a:chExt cx="1234857" cy="19343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B6F7360-6150-9484-159D-913B2034970E}"/>
                </a:ext>
              </a:extLst>
            </p:cNvPr>
            <p:cNvSpPr/>
            <p:nvPr/>
          </p:nvSpPr>
          <p:spPr>
            <a:xfrm>
              <a:off x="3353949" y="5254947"/>
              <a:ext cx="193430" cy="19343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37BF6F39-F0D7-6A6C-781C-F67D01BBD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3639241" y="5254947"/>
              <a:ext cx="949565" cy="193430"/>
            </a:xfrm>
            <a:prstGeom prst="rect">
              <a:avLst/>
            </a:prstGeom>
          </p:spPr>
        </p:pic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3EDFC895-F1AA-25AA-2459-931D29D3E2B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4472"/>
          <a:stretch>
            <a:fillRect/>
          </a:stretch>
        </p:blipFill>
        <p:spPr>
          <a:xfrm>
            <a:off x="1186571" y="5525396"/>
            <a:ext cx="208535" cy="17374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110424B-4551-F5A0-CFC6-0AB2AC44B0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7304" y="5525396"/>
            <a:ext cx="352014" cy="176007"/>
          </a:xfrm>
          <a:prstGeom prst="rect">
            <a:avLst/>
          </a:prstGeom>
        </p:spPr>
      </p:pic>
      <p:pic>
        <p:nvPicPr>
          <p:cNvPr id="172" name="Graphic 171">
            <a:extLst>
              <a:ext uri="{FF2B5EF4-FFF2-40B4-BE49-F238E27FC236}">
                <a16:creationId xmlns:a16="http://schemas.microsoft.com/office/drawing/2014/main" id="{4BFF9D32-EDCC-152C-77C1-5F2F9A0C1F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10800000">
            <a:off x="747400" y="561861"/>
            <a:ext cx="4604322" cy="4616068"/>
          </a:xfrm>
          <a:prstGeom prst="rect">
            <a:avLst/>
          </a:prstGeom>
        </p:spPr>
      </p:pic>
      <p:pic>
        <p:nvPicPr>
          <p:cNvPr id="179" name="Picture 178">
            <a:extLst>
              <a:ext uri="{FF2B5EF4-FFF2-40B4-BE49-F238E27FC236}">
                <a16:creationId xmlns:a16="http://schemas.microsoft.com/office/drawing/2014/main" id="{FCC8BCE2-CA48-5C69-A141-EEE36CA3F84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17524" y="5286064"/>
            <a:ext cx="338093" cy="164597"/>
          </a:xfrm>
          <a:prstGeom prst="rect">
            <a:avLst/>
          </a:prstGeom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BC7FEC47-A2FB-FB1C-91E4-3446A3F8E7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9793" y="4006345"/>
            <a:ext cx="965200" cy="469900"/>
          </a:xfrm>
          <a:prstGeom prst="rect">
            <a:avLst/>
          </a:prstGeom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96B6786B-6463-7CF0-63BA-5619F30C2B4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0395" y="1871294"/>
            <a:ext cx="910984" cy="46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880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8E9CC0F-060B-D26E-61CA-E01DE70C0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E4A1B437-D677-BD79-7CA5-58ED8665A3B0}"/>
              </a:ext>
            </a:extLst>
          </p:cNvPr>
          <p:cNvSpPr/>
          <p:nvPr/>
        </p:nvSpPr>
        <p:spPr>
          <a:xfrm rot="5400000">
            <a:off x="6427849" y="2509306"/>
            <a:ext cx="754370" cy="762916"/>
          </a:xfrm>
          <a:prstGeom prst="ellipse">
            <a:avLst/>
          </a:prstGeom>
          <a:solidFill>
            <a:srgbClr val="FF0000">
              <a:alpha val="14902"/>
            </a:srgbClr>
          </a:solidFill>
          <a:ln w="28575">
            <a:solidFill>
              <a:schemeClr val="tx2">
                <a:lumMod val="25000"/>
                <a:lumOff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E186ABE-265A-3ADE-CF56-AF894E3FD72A}"/>
              </a:ext>
            </a:extLst>
          </p:cNvPr>
          <p:cNvGrpSpPr/>
          <p:nvPr/>
        </p:nvGrpSpPr>
        <p:grpSpPr>
          <a:xfrm>
            <a:off x="2018203" y="965587"/>
            <a:ext cx="4839797" cy="5420404"/>
            <a:chOff x="2018203" y="965587"/>
            <a:chExt cx="4839797" cy="5420404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C6C4CD-7F27-499C-0AEF-623B0F3B0126}"/>
                </a:ext>
              </a:extLst>
            </p:cNvPr>
            <p:cNvSpPr/>
            <p:nvPr/>
          </p:nvSpPr>
          <p:spPr>
            <a:xfrm rot="5400000">
              <a:off x="4642144" y="960958"/>
              <a:ext cx="817302" cy="826560"/>
            </a:xfrm>
            <a:prstGeom prst="ellipse">
              <a:avLst/>
            </a:prstGeom>
            <a:solidFill>
              <a:srgbClr val="08D308">
                <a:alpha val="14902"/>
              </a:srgbClr>
            </a:solidFill>
            <a:ln w="28575">
              <a:solidFill>
                <a:schemeClr val="tx2">
                  <a:lumMod val="25000"/>
                  <a:lumOff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29BEC2D-E6D4-3744-BC50-7A2EF6B58881}"/>
                </a:ext>
              </a:extLst>
            </p:cNvPr>
            <p:cNvSpPr/>
            <p:nvPr/>
          </p:nvSpPr>
          <p:spPr>
            <a:xfrm rot="5400000">
              <a:off x="2067458" y="4338019"/>
              <a:ext cx="596017" cy="602770"/>
            </a:xfrm>
            <a:prstGeom prst="ellipse">
              <a:avLst/>
            </a:prstGeom>
            <a:solidFill>
              <a:srgbClr val="08D308">
                <a:alpha val="14902"/>
              </a:srgbClr>
            </a:solidFill>
            <a:ln w="28575">
              <a:solidFill>
                <a:schemeClr val="tx2">
                  <a:lumMod val="25000"/>
                  <a:lumOff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64D0896-FD7A-8B53-F683-10C1FE338746}"/>
                </a:ext>
              </a:extLst>
            </p:cNvPr>
            <p:cNvSpPr/>
            <p:nvPr/>
          </p:nvSpPr>
          <p:spPr>
            <a:xfrm rot="5400000">
              <a:off x="2953880" y="2385023"/>
              <a:ext cx="557044" cy="563354"/>
            </a:xfrm>
            <a:prstGeom prst="ellipse">
              <a:avLst/>
            </a:prstGeom>
            <a:solidFill>
              <a:srgbClr val="08D308">
                <a:alpha val="14902"/>
              </a:srgbClr>
            </a:solidFill>
            <a:ln w="28575">
              <a:solidFill>
                <a:schemeClr val="tx2">
                  <a:lumMod val="25000"/>
                  <a:lumOff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C1E7A4E-3DFF-1831-F5A4-F5A61652E9A1}"/>
                </a:ext>
              </a:extLst>
            </p:cNvPr>
            <p:cNvSpPr/>
            <p:nvPr/>
          </p:nvSpPr>
          <p:spPr>
            <a:xfrm rot="5400000">
              <a:off x="2021579" y="2031102"/>
              <a:ext cx="596017" cy="602770"/>
            </a:xfrm>
            <a:prstGeom prst="ellipse">
              <a:avLst/>
            </a:prstGeom>
            <a:solidFill>
              <a:srgbClr val="08D308">
                <a:alpha val="14902"/>
              </a:srgbClr>
            </a:solidFill>
            <a:ln w="28575">
              <a:solidFill>
                <a:schemeClr val="tx2">
                  <a:lumMod val="25000"/>
                  <a:lumOff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CA69805-DE91-0331-DCC0-1C545E656059}"/>
                </a:ext>
              </a:extLst>
            </p:cNvPr>
            <p:cNvSpPr/>
            <p:nvPr/>
          </p:nvSpPr>
          <p:spPr>
            <a:xfrm rot="5400000">
              <a:off x="6207225" y="3880597"/>
              <a:ext cx="647110" cy="654440"/>
            </a:xfrm>
            <a:prstGeom prst="ellipse">
              <a:avLst/>
            </a:prstGeom>
            <a:solidFill>
              <a:srgbClr val="08D308">
                <a:alpha val="14902"/>
              </a:srgbClr>
            </a:solidFill>
            <a:ln w="28575">
              <a:solidFill>
                <a:schemeClr val="tx2">
                  <a:lumMod val="25000"/>
                  <a:lumOff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7D8EB89-6A60-6E7E-3BBA-2AD7CA654B57}"/>
                </a:ext>
              </a:extLst>
            </p:cNvPr>
            <p:cNvSpPr/>
            <p:nvPr/>
          </p:nvSpPr>
          <p:spPr>
            <a:xfrm rot="5400000">
              <a:off x="4651484" y="5786598"/>
              <a:ext cx="596017" cy="602770"/>
            </a:xfrm>
            <a:prstGeom prst="ellipse">
              <a:avLst/>
            </a:prstGeom>
            <a:solidFill>
              <a:srgbClr val="08D308">
                <a:alpha val="14902"/>
              </a:srgbClr>
            </a:solidFill>
            <a:ln w="28575">
              <a:solidFill>
                <a:schemeClr val="tx2">
                  <a:lumMod val="25000"/>
                  <a:lumOff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42F7B341-1C82-784E-EDCC-0E01C2D8934C}"/>
              </a:ext>
            </a:extLst>
          </p:cNvPr>
          <p:cNvSpPr/>
          <p:nvPr/>
        </p:nvSpPr>
        <p:spPr>
          <a:xfrm rot="5400000">
            <a:off x="4942273" y="2698325"/>
            <a:ext cx="673924" cy="681558"/>
          </a:xfrm>
          <a:prstGeom prst="ellipse">
            <a:avLst/>
          </a:prstGeom>
          <a:solidFill>
            <a:srgbClr val="08D30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CD8FD9-FE27-FCC7-8A61-F7686A9AB345}"/>
              </a:ext>
            </a:extLst>
          </p:cNvPr>
          <p:cNvSpPr/>
          <p:nvPr/>
        </p:nvSpPr>
        <p:spPr>
          <a:xfrm rot="5400000">
            <a:off x="5729535" y="697810"/>
            <a:ext cx="596017" cy="602770"/>
          </a:xfrm>
          <a:prstGeom prst="ellipse">
            <a:avLst/>
          </a:prstGeom>
          <a:solidFill>
            <a:srgbClr val="08D30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E0AF751-C874-1DC6-AF8A-7B1BE80939A6}"/>
              </a:ext>
            </a:extLst>
          </p:cNvPr>
          <p:cNvSpPr/>
          <p:nvPr/>
        </p:nvSpPr>
        <p:spPr>
          <a:xfrm rot="5400000">
            <a:off x="3269480" y="773454"/>
            <a:ext cx="596017" cy="602770"/>
          </a:xfrm>
          <a:prstGeom prst="ellipse">
            <a:avLst/>
          </a:prstGeom>
          <a:solidFill>
            <a:srgbClr val="08D30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D8850C4-0900-2F84-4FB2-D040F008D686}"/>
              </a:ext>
            </a:extLst>
          </p:cNvPr>
          <p:cNvSpPr/>
          <p:nvPr/>
        </p:nvSpPr>
        <p:spPr>
          <a:xfrm rot="5400000">
            <a:off x="4076490" y="3404070"/>
            <a:ext cx="515052" cy="520886"/>
          </a:xfrm>
          <a:prstGeom prst="ellipse">
            <a:avLst/>
          </a:prstGeom>
          <a:solidFill>
            <a:srgbClr val="08D30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7D967E-BE2C-BA69-6EE7-C9EEFA1994AB}"/>
              </a:ext>
            </a:extLst>
          </p:cNvPr>
          <p:cNvSpPr/>
          <p:nvPr/>
        </p:nvSpPr>
        <p:spPr>
          <a:xfrm rot="5400000">
            <a:off x="1940267" y="2800422"/>
            <a:ext cx="555676" cy="561972"/>
          </a:xfrm>
          <a:prstGeom prst="ellipse">
            <a:avLst/>
          </a:prstGeom>
          <a:solidFill>
            <a:srgbClr val="08D30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0D052EF-11A5-A459-E53A-BE18031B5AC6}"/>
              </a:ext>
            </a:extLst>
          </p:cNvPr>
          <p:cNvSpPr/>
          <p:nvPr/>
        </p:nvSpPr>
        <p:spPr>
          <a:xfrm rot="5400000">
            <a:off x="4288964" y="430118"/>
            <a:ext cx="596016" cy="60277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5BCB561-85F0-89B3-9A85-31F0C74EBE5B}"/>
              </a:ext>
            </a:extLst>
          </p:cNvPr>
          <p:cNvSpPr/>
          <p:nvPr/>
        </p:nvSpPr>
        <p:spPr>
          <a:xfrm rot="5400000">
            <a:off x="4739157" y="1061671"/>
            <a:ext cx="623278" cy="63034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8D1B03C-601B-5050-E1D2-740651BA5469}"/>
              </a:ext>
            </a:extLst>
          </p:cNvPr>
          <p:cNvSpPr/>
          <p:nvPr/>
        </p:nvSpPr>
        <p:spPr>
          <a:xfrm rot="5400000">
            <a:off x="4233261" y="4839576"/>
            <a:ext cx="567174" cy="5736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4B87322-9848-490C-196F-7A556B023580}"/>
              </a:ext>
            </a:extLst>
          </p:cNvPr>
          <p:cNvSpPr/>
          <p:nvPr/>
        </p:nvSpPr>
        <p:spPr>
          <a:xfrm rot="5400000">
            <a:off x="6507026" y="2589379"/>
            <a:ext cx="596017" cy="602770"/>
          </a:xfrm>
          <a:prstGeom prst="ellipse">
            <a:avLst/>
          </a:prstGeom>
          <a:solidFill>
            <a:srgbClr val="08D30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97EBEB-D675-521D-CE70-FC4FB2D5E76F}"/>
              </a:ext>
            </a:extLst>
          </p:cNvPr>
          <p:cNvSpPr/>
          <p:nvPr/>
        </p:nvSpPr>
        <p:spPr>
          <a:xfrm rot="5400000">
            <a:off x="7134214" y="3384071"/>
            <a:ext cx="596016" cy="602770"/>
          </a:xfrm>
          <a:prstGeom prst="ellipse">
            <a:avLst/>
          </a:prstGeom>
          <a:solidFill>
            <a:srgbClr val="FF0000">
              <a:alpha val="14902"/>
            </a:srgbClr>
          </a:solidFill>
          <a:ln w="28575">
            <a:solidFill>
              <a:schemeClr val="tx2">
                <a:lumMod val="25000"/>
                <a:lumOff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8B8436E-CF42-8FDE-790B-335C1603022E}"/>
              </a:ext>
            </a:extLst>
          </p:cNvPr>
          <p:cNvSpPr/>
          <p:nvPr/>
        </p:nvSpPr>
        <p:spPr>
          <a:xfrm rot="5400000">
            <a:off x="2174958" y="3635168"/>
            <a:ext cx="596016" cy="602770"/>
          </a:xfrm>
          <a:prstGeom prst="ellipse">
            <a:avLst/>
          </a:prstGeom>
          <a:solidFill>
            <a:srgbClr val="FF0000">
              <a:alpha val="14902"/>
            </a:srgbClr>
          </a:solidFill>
          <a:ln w="28575">
            <a:solidFill>
              <a:schemeClr val="tx2">
                <a:lumMod val="25000"/>
                <a:lumOff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pic>
        <p:nvPicPr>
          <p:cNvPr id="52" name="Picture 2">
            <a:extLst>
              <a:ext uri="{FF2B5EF4-FFF2-40B4-BE49-F238E27FC236}">
                <a16:creationId xmlns:a16="http://schemas.microsoft.com/office/drawing/2014/main" id="{B9DE76E3-49FA-CD9C-90A5-C903ED440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1912366" y="495255"/>
            <a:ext cx="5821190" cy="5821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F3D7C9F5-2F17-0C43-E926-14CCA1E019EB}"/>
              </a:ext>
            </a:extLst>
          </p:cNvPr>
          <p:cNvSpPr txBox="1"/>
          <p:nvPr/>
        </p:nvSpPr>
        <p:spPr>
          <a:xfrm>
            <a:off x="9825789" y="42992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58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715B3-947B-B4EE-C9EB-A0EAB7C3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3" descr="A black and silver molecule structure&#10;&#10;AI-generated content may be incorrect.">
            <a:extLst>
              <a:ext uri="{FF2B5EF4-FFF2-40B4-BE49-F238E27FC236}">
                <a16:creationId xmlns:a16="http://schemas.microsoft.com/office/drawing/2014/main" id="{472A7F0E-6464-CDE2-467E-10EB284CD8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927"/>
          <a:stretch>
            <a:fillRect/>
          </a:stretch>
        </p:blipFill>
        <p:spPr>
          <a:xfrm>
            <a:off x="2710985" y="323075"/>
            <a:ext cx="6502400" cy="5921918"/>
          </a:xfrm>
          <a:prstGeom prst="rect">
            <a:avLst/>
          </a:prstGeom>
        </p:spPr>
      </p:pic>
      <p:sp>
        <p:nvSpPr>
          <p:cNvPr id="91" name="Oval 90">
            <a:extLst>
              <a:ext uri="{FF2B5EF4-FFF2-40B4-BE49-F238E27FC236}">
                <a16:creationId xmlns:a16="http://schemas.microsoft.com/office/drawing/2014/main" id="{2BB515CA-69BD-FF89-3435-7CEC1C5E010B}"/>
              </a:ext>
            </a:extLst>
          </p:cNvPr>
          <p:cNvSpPr/>
          <p:nvPr/>
        </p:nvSpPr>
        <p:spPr>
          <a:xfrm rot="5400000">
            <a:off x="5430428" y="4639056"/>
            <a:ext cx="505270" cy="510994"/>
          </a:xfrm>
          <a:prstGeom prst="ellipse">
            <a:avLst/>
          </a:prstGeom>
          <a:solidFill>
            <a:srgbClr val="FF00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DDE1DC3-05E5-6A75-B38A-0814C0A61352}"/>
              </a:ext>
            </a:extLst>
          </p:cNvPr>
          <p:cNvGrpSpPr/>
          <p:nvPr/>
        </p:nvGrpSpPr>
        <p:grpSpPr>
          <a:xfrm>
            <a:off x="3489325" y="1285157"/>
            <a:ext cx="3605930" cy="3862031"/>
            <a:chOff x="3489325" y="1285157"/>
            <a:chExt cx="3605930" cy="3862031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C61C84D-151E-6BC5-B07B-C11A9B7F01FB}"/>
                </a:ext>
              </a:extLst>
            </p:cNvPr>
            <p:cNvSpPr txBox="1"/>
            <p:nvPr/>
          </p:nvSpPr>
          <p:spPr>
            <a:xfrm>
              <a:off x="6337047" y="1285157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3412</a:t>
              </a: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D169247-2B46-F124-74BF-7F67B751FEFE}"/>
                </a:ext>
              </a:extLst>
            </p:cNvPr>
            <p:cNvCxnSpPr>
              <a:cxnSpLocks/>
            </p:cNvCxnSpPr>
            <p:nvPr/>
          </p:nvCxnSpPr>
          <p:spPr>
            <a:xfrm>
              <a:off x="6286218" y="2108457"/>
              <a:ext cx="28651" cy="25056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00BA3F4-3CA5-B481-0986-32826FD56705}"/>
                </a:ext>
              </a:extLst>
            </p:cNvPr>
            <p:cNvCxnSpPr>
              <a:cxnSpLocks/>
            </p:cNvCxnSpPr>
            <p:nvPr/>
          </p:nvCxnSpPr>
          <p:spPr>
            <a:xfrm>
              <a:off x="6343368" y="2492056"/>
              <a:ext cx="35207" cy="22820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A188450-5538-13E3-1331-0733B35FD2E0}"/>
                </a:ext>
              </a:extLst>
            </p:cNvPr>
            <p:cNvCxnSpPr>
              <a:cxnSpLocks/>
            </p:cNvCxnSpPr>
            <p:nvPr/>
          </p:nvCxnSpPr>
          <p:spPr>
            <a:xfrm>
              <a:off x="3489325" y="2779496"/>
              <a:ext cx="24875" cy="230404"/>
            </a:xfrm>
            <a:prstGeom prst="line">
              <a:avLst/>
            </a:prstGeom>
            <a:ln w="889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BA449D81-A70E-70D1-FB9A-D9A53EBC0C84}"/>
                </a:ext>
              </a:extLst>
            </p:cNvPr>
            <p:cNvCxnSpPr>
              <a:cxnSpLocks/>
            </p:cNvCxnSpPr>
            <p:nvPr/>
          </p:nvCxnSpPr>
          <p:spPr>
            <a:xfrm>
              <a:off x="6343368" y="5115560"/>
              <a:ext cx="131736" cy="3162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4735A0B-DE88-BABE-736F-484DE8F81620}"/>
              </a:ext>
            </a:extLst>
          </p:cNvPr>
          <p:cNvGrpSpPr/>
          <p:nvPr/>
        </p:nvGrpSpPr>
        <p:grpSpPr>
          <a:xfrm>
            <a:off x="2383238" y="66883"/>
            <a:ext cx="7209251" cy="6178110"/>
            <a:chOff x="2383238" y="66883"/>
            <a:chExt cx="7209251" cy="617811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932A328-0A0F-7312-6A68-BD843CEB00C0}"/>
                </a:ext>
              </a:extLst>
            </p:cNvPr>
            <p:cNvSpPr txBox="1"/>
            <p:nvPr/>
          </p:nvSpPr>
          <p:spPr>
            <a:xfrm>
              <a:off x="6096000" y="5875661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1234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ED7AC72-9A87-180E-908B-29462595700D}"/>
                </a:ext>
              </a:extLst>
            </p:cNvPr>
            <p:cNvSpPr txBox="1"/>
            <p:nvPr/>
          </p:nvSpPr>
          <p:spPr>
            <a:xfrm>
              <a:off x="7192296" y="5349635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1243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EA58440-5F97-5033-F1D1-2C00A1CA6FEE}"/>
                </a:ext>
              </a:extLst>
            </p:cNvPr>
            <p:cNvSpPr txBox="1"/>
            <p:nvPr/>
          </p:nvSpPr>
          <p:spPr>
            <a:xfrm>
              <a:off x="8377083" y="4263170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1423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6D6AA5D-24B7-56AB-0A3E-77DB135402A5}"/>
                </a:ext>
              </a:extLst>
            </p:cNvPr>
            <p:cNvSpPr txBox="1"/>
            <p:nvPr/>
          </p:nvSpPr>
          <p:spPr>
            <a:xfrm>
              <a:off x="8834281" y="3481242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1432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5E76E71-9FCD-380F-3ABA-9EA8279C8F0B}"/>
                </a:ext>
              </a:extLst>
            </p:cNvPr>
            <p:cNvSpPr txBox="1"/>
            <p:nvPr/>
          </p:nvSpPr>
          <p:spPr>
            <a:xfrm>
              <a:off x="8554623" y="1834678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4132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CD4B507-480A-D5A8-B61C-A8DE965E0484}"/>
                </a:ext>
              </a:extLst>
            </p:cNvPr>
            <p:cNvSpPr txBox="1"/>
            <p:nvPr/>
          </p:nvSpPr>
          <p:spPr>
            <a:xfrm>
              <a:off x="7274625" y="406853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4312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A4CAA49-261D-9DDF-7C7C-EBE24AEDB706}"/>
                </a:ext>
              </a:extLst>
            </p:cNvPr>
            <p:cNvSpPr txBox="1"/>
            <p:nvPr/>
          </p:nvSpPr>
          <p:spPr>
            <a:xfrm>
              <a:off x="5258109" y="66883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4321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8D1F8E6-0866-A9A0-E85E-C5F3532A53B9}"/>
                </a:ext>
              </a:extLst>
            </p:cNvPr>
            <p:cNvSpPr txBox="1"/>
            <p:nvPr/>
          </p:nvSpPr>
          <p:spPr>
            <a:xfrm>
              <a:off x="3751727" y="518883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3421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AD51FAD-6DA4-14F0-A644-78734AD885EE}"/>
                </a:ext>
              </a:extLst>
            </p:cNvPr>
            <p:cNvSpPr txBox="1"/>
            <p:nvPr/>
          </p:nvSpPr>
          <p:spPr>
            <a:xfrm>
              <a:off x="2562937" y="1923791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3241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B6B125B-1D43-AFC2-D192-B50DADA5ACE7}"/>
                </a:ext>
              </a:extLst>
            </p:cNvPr>
            <p:cNvSpPr txBox="1"/>
            <p:nvPr/>
          </p:nvSpPr>
          <p:spPr>
            <a:xfrm>
              <a:off x="2383238" y="2720264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2341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5A6BD6B-6D66-9ED1-1CD5-3DFCCDB3B1C4}"/>
                </a:ext>
              </a:extLst>
            </p:cNvPr>
            <p:cNvSpPr txBox="1"/>
            <p:nvPr/>
          </p:nvSpPr>
          <p:spPr>
            <a:xfrm>
              <a:off x="2562937" y="4292666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2314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7999A4A-3363-9C69-AC6E-529EC95B478E}"/>
                </a:ext>
              </a:extLst>
            </p:cNvPr>
            <p:cNvSpPr txBox="1"/>
            <p:nvPr/>
          </p:nvSpPr>
          <p:spPr>
            <a:xfrm>
              <a:off x="3814329" y="5349635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2134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F1AA17F-8D16-5F20-3C53-CADA1A9570EE}"/>
                </a:ext>
              </a:extLst>
            </p:cNvPr>
            <p:cNvSpPr txBox="1"/>
            <p:nvPr/>
          </p:nvSpPr>
          <p:spPr>
            <a:xfrm>
              <a:off x="3666845" y="3429000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3214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CAB7700-29E4-A153-DE7A-4535F16C5930}"/>
                </a:ext>
              </a:extLst>
            </p:cNvPr>
            <p:cNvSpPr txBox="1"/>
            <p:nvPr/>
          </p:nvSpPr>
          <p:spPr>
            <a:xfrm>
              <a:off x="3666845" y="2070186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2431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B6C0107-8878-5ACE-73E8-FB0D898217F5}"/>
                </a:ext>
              </a:extLst>
            </p:cNvPr>
            <p:cNvSpPr txBox="1"/>
            <p:nvPr/>
          </p:nvSpPr>
          <p:spPr>
            <a:xfrm>
              <a:off x="4624156" y="1207668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4231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05E4094-61BC-EAF2-D6CC-9DD662E398F2}"/>
                </a:ext>
              </a:extLst>
            </p:cNvPr>
            <p:cNvSpPr txBox="1"/>
            <p:nvPr/>
          </p:nvSpPr>
          <p:spPr>
            <a:xfrm>
              <a:off x="6537327" y="2019344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4213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EFB08A8-85B3-1BBA-9985-26A6A937273C}"/>
                </a:ext>
              </a:extLst>
            </p:cNvPr>
            <p:cNvSpPr txBox="1"/>
            <p:nvPr/>
          </p:nvSpPr>
          <p:spPr>
            <a:xfrm>
              <a:off x="7181955" y="2835275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4123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89AC86A-AD78-3EE6-26ED-B2D2017BBEE6}"/>
                </a:ext>
              </a:extLst>
            </p:cNvPr>
            <p:cNvSpPr txBox="1"/>
            <p:nvPr/>
          </p:nvSpPr>
          <p:spPr>
            <a:xfrm>
              <a:off x="6096000" y="3146586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3142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529C204-5212-2906-C9DC-EA61221B7831}"/>
                </a:ext>
              </a:extLst>
            </p:cNvPr>
            <p:cNvSpPr txBox="1"/>
            <p:nvPr/>
          </p:nvSpPr>
          <p:spPr>
            <a:xfrm>
              <a:off x="5058108" y="2904930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2413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1A03A7B-D225-4ADA-179B-CA5109F95566}"/>
                </a:ext>
              </a:extLst>
            </p:cNvPr>
            <p:cNvSpPr txBox="1"/>
            <p:nvPr/>
          </p:nvSpPr>
          <p:spPr>
            <a:xfrm>
              <a:off x="4406722" y="4342332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3124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1500B8-BEE8-CDB8-2C62-9AEF313CFA49}"/>
                </a:ext>
              </a:extLst>
            </p:cNvPr>
            <p:cNvSpPr txBox="1"/>
            <p:nvPr/>
          </p:nvSpPr>
          <p:spPr>
            <a:xfrm>
              <a:off x="5775090" y="4417526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2143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26FAA63-C982-82BF-F4ED-D3383EE63C64}"/>
                </a:ext>
              </a:extLst>
            </p:cNvPr>
            <p:cNvSpPr txBox="1"/>
            <p:nvPr/>
          </p:nvSpPr>
          <p:spPr>
            <a:xfrm>
              <a:off x="5550311" y="5176309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1324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05D9658-3599-1505-3646-E7FD1ABD5EEF}"/>
                </a:ext>
              </a:extLst>
            </p:cNvPr>
            <p:cNvSpPr txBox="1"/>
            <p:nvPr/>
          </p:nvSpPr>
          <p:spPr>
            <a:xfrm>
              <a:off x="6813192" y="3893838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1342</a:t>
              </a:r>
            </a:p>
          </p:txBody>
        </p:sp>
      </p:grpSp>
      <p:sp>
        <p:nvSpPr>
          <p:cNvPr id="90" name="Oval 89">
            <a:extLst>
              <a:ext uri="{FF2B5EF4-FFF2-40B4-BE49-F238E27FC236}">
                <a16:creationId xmlns:a16="http://schemas.microsoft.com/office/drawing/2014/main" id="{C8611D58-EECB-8860-D20D-0C5D88AFE741}"/>
              </a:ext>
            </a:extLst>
          </p:cNvPr>
          <p:cNvSpPr/>
          <p:nvPr/>
        </p:nvSpPr>
        <p:spPr>
          <a:xfrm rot="5400000">
            <a:off x="7787291" y="2509274"/>
            <a:ext cx="509274" cy="515044"/>
          </a:xfrm>
          <a:prstGeom prst="ellipse">
            <a:avLst/>
          </a:prstGeom>
          <a:solidFill>
            <a:srgbClr val="00D9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3B61234-2504-01C4-2BDD-480BB54C3F2C}"/>
              </a:ext>
            </a:extLst>
          </p:cNvPr>
          <p:cNvSpPr/>
          <p:nvPr/>
        </p:nvSpPr>
        <p:spPr>
          <a:xfrm rot="5400000">
            <a:off x="5903548" y="981090"/>
            <a:ext cx="540864" cy="546992"/>
          </a:xfrm>
          <a:prstGeom prst="ellipse">
            <a:avLst/>
          </a:prstGeom>
          <a:solidFill>
            <a:srgbClr val="FF00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288FA6DA-9735-9121-B4CC-40516E2331AC}"/>
              </a:ext>
            </a:extLst>
          </p:cNvPr>
          <p:cNvSpPr/>
          <p:nvPr/>
        </p:nvSpPr>
        <p:spPr>
          <a:xfrm rot="5400000">
            <a:off x="5446430" y="379650"/>
            <a:ext cx="489358" cy="494902"/>
          </a:xfrm>
          <a:prstGeom prst="ellipse">
            <a:avLst/>
          </a:prstGeom>
          <a:solidFill>
            <a:srgbClr val="FF00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8B6376B3-C10A-2DF6-C52E-BCB2AAD6F3BD}"/>
              </a:ext>
            </a:extLst>
          </p:cNvPr>
          <p:cNvSpPr/>
          <p:nvPr/>
        </p:nvSpPr>
        <p:spPr>
          <a:xfrm rot="5400000">
            <a:off x="6176865" y="2669031"/>
            <a:ext cx="509274" cy="515044"/>
          </a:xfrm>
          <a:prstGeom prst="ellipse">
            <a:avLst/>
          </a:prstGeom>
          <a:solidFill>
            <a:srgbClr val="00D9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78BD802-F3B8-37C5-77A2-60B556962903}"/>
              </a:ext>
            </a:extLst>
          </p:cNvPr>
          <p:cNvSpPr/>
          <p:nvPr/>
        </p:nvSpPr>
        <p:spPr>
          <a:xfrm rot="5400000">
            <a:off x="6957255" y="642151"/>
            <a:ext cx="509274" cy="515044"/>
          </a:xfrm>
          <a:prstGeom prst="ellipse">
            <a:avLst/>
          </a:prstGeom>
          <a:solidFill>
            <a:srgbClr val="00D9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7C5D4FC4-EF63-6B2C-2599-AD0ECE365917}"/>
              </a:ext>
            </a:extLst>
          </p:cNvPr>
          <p:cNvSpPr/>
          <p:nvPr/>
        </p:nvSpPr>
        <p:spPr>
          <a:xfrm rot="5400000">
            <a:off x="5204736" y="3258396"/>
            <a:ext cx="509276" cy="515044"/>
          </a:xfrm>
          <a:prstGeom prst="ellipse">
            <a:avLst/>
          </a:prstGeom>
          <a:solidFill>
            <a:srgbClr val="00D9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A28A06D-BD14-92AA-5B61-829E55F07ABD}"/>
              </a:ext>
            </a:extLst>
          </p:cNvPr>
          <p:cNvSpPr/>
          <p:nvPr/>
        </p:nvSpPr>
        <p:spPr>
          <a:xfrm rot="5400000">
            <a:off x="4387163" y="718263"/>
            <a:ext cx="509274" cy="515044"/>
          </a:xfrm>
          <a:prstGeom prst="ellipse">
            <a:avLst/>
          </a:prstGeom>
          <a:solidFill>
            <a:srgbClr val="00D9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3370F4C5-4021-4C63-F787-6A925C6D0CDF}"/>
              </a:ext>
            </a:extLst>
          </p:cNvPr>
          <p:cNvSpPr/>
          <p:nvPr/>
        </p:nvSpPr>
        <p:spPr>
          <a:xfrm rot="5400000">
            <a:off x="3023571" y="2656933"/>
            <a:ext cx="509274" cy="515044"/>
          </a:xfrm>
          <a:prstGeom prst="ellipse">
            <a:avLst/>
          </a:prstGeom>
          <a:solidFill>
            <a:srgbClr val="00D9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653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1FBA9-E3A2-2347-D250-3ADBB7B5C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BC0A8956-CEBE-BD4D-24E3-103A7E429BE2}"/>
              </a:ext>
            </a:extLst>
          </p:cNvPr>
          <p:cNvSpPr/>
          <p:nvPr/>
        </p:nvSpPr>
        <p:spPr>
          <a:xfrm rot="5400000">
            <a:off x="6337443" y="2253040"/>
            <a:ext cx="482596" cy="488064"/>
          </a:xfrm>
          <a:prstGeom prst="ellipse">
            <a:avLst/>
          </a:prstGeom>
          <a:solidFill>
            <a:srgbClr val="00FF00">
              <a:alpha val="20000"/>
            </a:srgbClr>
          </a:solidFill>
          <a:ln w="190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E4F1DE0-7229-12A1-46BA-4DAA05E4DD57}"/>
              </a:ext>
            </a:extLst>
          </p:cNvPr>
          <p:cNvSpPr/>
          <p:nvPr/>
        </p:nvSpPr>
        <p:spPr>
          <a:xfrm rot="5400000">
            <a:off x="6891523" y="576341"/>
            <a:ext cx="634277" cy="641464"/>
          </a:xfrm>
          <a:prstGeom prst="ellipse">
            <a:avLst/>
          </a:prstGeom>
          <a:solidFill>
            <a:srgbClr val="FF0000">
              <a:alpha val="14902"/>
            </a:srgbClr>
          </a:solidFill>
          <a:ln w="190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65C208C-F385-7854-C3F7-ECE9481AC6B5}"/>
              </a:ext>
            </a:extLst>
          </p:cNvPr>
          <p:cNvSpPr/>
          <p:nvPr/>
        </p:nvSpPr>
        <p:spPr>
          <a:xfrm rot="5400000">
            <a:off x="4321182" y="655053"/>
            <a:ext cx="634277" cy="641464"/>
          </a:xfrm>
          <a:prstGeom prst="ellipse">
            <a:avLst/>
          </a:prstGeom>
          <a:solidFill>
            <a:srgbClr val="FF0000">
              <a:alpha val="14902"/>
            </a:srgbClr>
          </a:solidFill>
          <a:ln w="190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F5E6D3D-F393-10B5-DA3D-356CC3E1BA13}"/>
              </a:ext>
            </a:extLst>
          </p:cNvPr>
          <p:cNvSpPr/>
          <p:nvPr/>
        </p:nvSpPr>
        <p:spPr>
          <a:xfrm rot="5400000">
            <a:off x="5378413" y="314744"/>
            <a:ext cx="628818" cy="635942"/>
          </a:xfrm>
          <a:prstGeom prst="ellipse">
            <a:avLst/>
          </a:prstGeom>
          <a:solidFill>
            <a:srgbClr val="00FF00">
              <a:alpha val="20000"/>
            </a:srgbClr>
          </a:solidFill>
          <a:ln w="190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0066974-B337-176E-F769-EB3E64889DF1}"/>
              </a:ext>
            </a:extLst>
          </p:cNvPr>
          <p:cNvSpPr/>
          <p:nvPr/>
        </p:nvSpPr>
        <p:spPr>
          <a:xfrm rot="5400000">
            <a:off x="5841265" y="918511"/>
            <a:ext cx="665429" cy="672970"/>
          </a:xfrm>
          <a:prstGeom prst="ellipse">
            <a:avLst/>
          </a:prstGeom>
          <a:solidFill>
            <a:srgbClr val="00FF00">
              <a:alpha val="20000"/>
            </a:srgbClr>
          </a:solidFill>
          <a:ln w="190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05C76BD-B1C8-4769-DCB5-8D51C76BFC41}"/>
              </a:ext>
            </a:extLst>
          </p:cNvPr>
          <p:cNvSpPr/>
          <p:nvPr/>
        </p:nvSpPr>
        <p:spPr>
          <a:xfrm rot="5400000">
            <a:off x="5430152" y="4634016"/>
            <a:ext cx="505270" cy="510994"/>
          </a:xfrm>
          <a:prstGeom prst="ellipse">
            <a:avLst/>
          </a:prstGeom>
          <a:solidFill>
            <a:srgbClr val="FF00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77A4CB0-F56C-C482-CC13-CFE04D171F77}"/>
              </a:ext>
            </a:extLst>
          </p:cNvPr>
          <p:cNvSpPr/>
          <p:nvPr/>
        </p:nvSpPr>
        <p:spPr>
          <a:xfrm rot="5400000">
            <a:off x="7783416" y="2509274"/>
            <a:ext cx="509274" cy="515044"/>
          </a:xfrm>
          <a:prstGeom prst="ellipse">
            <a:avLst/>
          </a:prstGeom>
          <a:solidFill>
            <a:srgbClr val="00D9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5AF6E2B-5790-7D5F-D179-E5F7AE3775A9}"/>
              </a:ext>
            </a:extLst>
          </p:cNvPr>
          <p:cNvSpPr/>
          <p:nvPr/>
        </p:nvSpPr>
        <p:spPr>
          <a:xfrm rot="5400000">
            <a:off x="5903548" y="981090"/>
            <a:ext cx="540864" cy="546992"/>
          </a:xfrm>
          <a:prstGeom prst="ellipse">
            <a:avLst/>
          </a:prstGeom>
          <a:solidFill>
            <a:srgbClr val="FF00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5A0D0B12-28AC-D563-0ABD-1454B9E8DF4D}"/>
              </a:ext>
            </a:extLst>
          </p:cNvPr>
          <p:cNvSpPr/>
          <p:nvPr/>
        </p:nvSpPr>
        <p:spPr>
          <a:xfrm rot="5400000">
            <a:off x="5446430" y="379650"/>
            <a:ext cx="489358" cy="494902"/>
          </a:xfrm>
          <a:prstGeom prst="ellipse">
            <a:avLst/>
          </a:prstGeom>
          <a:solidFill>
            <a:srgbClr val="FF00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ABC335C3-9DFD-FE0E-7F85-07919A95C9F6}"/>
              </a:ext>
            </a:extLst>
          </p:cNvPr>
          <p:cNvSpPr/>
          <p:nvPr/>
        </p:nvSpPr>
        <p:spPr>
          <a:xfrm rot="5400000">
            <a:off x="6156237" y="2648169"/>
            <a:ext cx="550530" cy="556768"/>
          </a:xfrm>
          <a:prstGeom prst="ellipse">
            <a:avLst/>
          </a:prstGeom>
          <a:solidFill>
            <a:srgbClr val="00D9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F9138DDB-CB21-C9F8-46F5-EDE673A9A675}"/>
              </a:ext>
            </a:extLst>
          </p:cNvPr>
          <p:cNvSpPr/>
          <p:nvPr/>
        </p:nvSpPr>
        <p:spPr>
          <a:xfrm rot="5400000">
            <a:off x="6957255" y="642151"/>
            <a:ext cx="509274" cy="515044"/>
          </a:xfrm>
          <a:prstGeom prst="ellipse">
            <a:avLst/>
          </a:prstGeom>
          <a:solidFill>
            <a:srgbClr val="00D9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4A64AA3A-BAE3-266B-B5A0-AA38AE2E924B}"/>
              </a:ext>
            </a:extLst>
          </p:cNvPr>
          <p:cNvSpPr/>
          <p:nvPr/>
        </p:nvSpPr>
        <p:spPr>
          <a:xfrm rot="5400000">
            <a:off x="5204736" y="3258396"/>
            <a:ext cx="509276" cy="515044"/>
          </a:xfrm>
          <a:prstGeom prst="ellipse">
            <a:avLst/>
          </a:prstGeom>
          <a:solidFill>
            <a:srgbClr val="00D9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32F1129C-E7B2-AA8E-2ADC-C60BA86D9B16}"/>
              </a:ext>
            </a:extLst>
          </p:cNvPr>
          <p:cNvSpPr/>
          <p:nvPr/>
        </p:nvSpPr>
        <p:spPr>
          <a:xfrm rot="5400000">
            <a:off x="4387163" y="718263"/>
            <a:ext cx="509274" cy="515044"/>
          </a:xfrm>
          <a:prstGeom prst="ellipse">
            <a:avLst/>
          </a:prstGeom>
          <a:solidFill>
            <a:srgbClr val="00D9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4DC9EB3-50DD-A628-2A91-F8C943A495AA}"/>
              </a:ext>
            </a:extLst>
          </p:cNvPr>
          <p:cNvSpPr/>
          <p:nvPr/>
        </p:nvSpPr>
        <p:spPr>
          <a:xfrm rot="5400000">
            <a:off x="3019613" y="2656933"/>
            <a:ext cx="509274" cy="515044"/>
          </a:xfrm>
          <a:prstGeom prst="ellipse">
            <a:avLst/>
          </a:prstGeom>
          <a:solidFill>
            <a:srgbClr val="00D900">
              <a:alpha val="8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AD0C1B-B803-2887-7E17-B3BA5C6FB12A}"/>
              </a:ext>
            </a:extLst>
          </p:cNvPr>
          <p:cNvSpPr txBox="1"/>
          <p:nvPr/>
        </p:nvSpPr>
        <p:spPr>
          <a:xfrm>
            <a:off x="6368797" y="1323257"/>
            <a:ext cx="758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3412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52A1E8B-AD79-F90E-EBDD-D4AFB2B27728}"/>
              </a:ext>
            </a:extLst>
          </p:cNvPr>
          <p:cNvGrpSpPr/>
          <p:nvPr/>
        </p:nvGrpSpPr>
        <p:grpSpPr>
          <a:xfrm>
            <a:off x="2383238" y="-4962"/>
            <a:ext cx="7209251" cy="6249955"/>
            <a:chOff x="2383238" y="-4962"/>
            <a:chExt cx="7209251" cy="624995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4E608B0-9062-1DFD-F5D7-2DF9C6917AF5}"/>
                </a:ext>
              </a:extLst>
            </p:cNvPr>
            <p:cNvSpPr txBox="1"/>
            <p:nvPr/>
          </p:nvSpPr>
          <p:spPr>
            <a:xfrm>
              <a:off x="6096000" y="5875661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1234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E3EC395-FFDF-4D5B-AEE1-89E541EFA98A}"/>
                </a:ext>
              </a:extLst>
            </p:cNvPr>
            <p:cNvSpPr txBox="1"/>
            <p:nvPr/>
          </p:nvSpPr>
          <p:spPr>
            <a:xfrm>
              <a:off x="7288224" y="5418640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1243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83F1C9A-9A11-DF67-45BF-48B5FCCF0877}"/>
                </a:ext>
              </a:extLst>
            </p:cNvPr>
            <p:cNvSpPr txBox="1"/>
            <p:nvPr/>
          </p:nvSpPr>
          <p:spPr>
            <a:xfrm>
              <a:off x="8455177" y="4272586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1342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9F5443C-8A77-825F-A65E-7F7A8CB45596}"/>
                </a:ext>
              </a:extLst>
            </p:cNvPr>
            <p:cNvSpPr txBox="1"/>
            <p:nvPr/>
          </p:nvSpPr>
          <p:spPr>
            <a:xfrm>
              <a:off x="8834281" y="3481242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1432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82BBBA1-1629-82FF-C059-95FC0AC84654}"/>
                </a:ext>
              </a:extLst>
            </p:cNvPr>
            <p:cNvSpPr txBox="1"/>
            <p:nvPr/>
          </p:nvSpPr>
          <p:spPr>
            <a:xfrm>
              <a:off x="8554623" y="1834678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2431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AB865D-F914-FCE3-26A4-B21DA40228DB}"/>
                </a:ext>
              </a:extLst>
            </p:cNvPr>
            <p:cNvSpPr txBox="1"/>
            <p:nvPr/>
          </p:nvSpPr>
          <p:spPr>
            <a:xfrm>
              <a:off x="7288224" y="351388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3421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BF5F7B3-7FE0-F5B8-122E-2F00D0340891}"/>
                </a:ext>
              </a:extLst>
            </p:cNvPr>
            <p:cNvSpPr txBox="1"/>
            <p:nvPr/>
          </p:nvSpPr>
          <p:spPr>
            <a:xfrm>
              <a:off x="5258109" y="-4962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4321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19BA1DC-F34F-E3F2-D38F-147C81687693}"/>
                </a:ext>
              </a:extLst>
            </p:cNvPr>
            <p:cNvSpPr txBox="1"/>
            <p:nvPr/>
          </p:nvSpPr>
          <p:spPr>
            <a:xfrm>
              <a:off x="3720091" y="502448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4312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C0B515B-8966-875D-1741-1E1CB51A11A4}"/>
                </a:ext>
              </a:extLst>
            </p:cNvPr>
            <p:cNvSpPr txBox="1"/>
            <p:nvPr/>
          </p:nvSpPr>
          <p:spPr>
            <a:xfrm>
              <a:off x="2534362" y="1923791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4213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C9FC7B1-8619-1B41-4150-9C407749A828}"/>
                </a:ext>
              </a:extLst>
            </p:cNvPr>
            <p:cNvSpPr txBox="1"/>
            <p:nvPr/>
          </p:nvSpPr>
          <p:spPr>
            <a:xfrm>
              <a:off x="2383238" y="2720264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4123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61A68AB-38AA-288C-4438-7F1478ED5F0C}"/>
                </a:ext>
              </a:extLst>
            </p:cNvPr>
            <p:cNvSpPr txBox="1"/>
            <p:nvPr/>
          </p:nvSpPr>
          <p:spPr>
            <a:xfrm>
              <a:off x="2562937" y="4292666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3124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E424E47-831C-B181-6057-62BA98FF859E}"/>
                </a:ext>
              </a:extLst>
            </p:cNvPr>
            <p:cNvSpPr txBox="1"/>
            <p:nvPr/>
          </p:nvSpPr>
          <p:spPr>
            <a:xfrm>
              <a:off x="3814329" y="5349635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2134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0CEB995-980F-1E2B-C778-34FF2590F4F6}"/>
                </a:ext>
              </a:extLst>
            </p:cNvPr>
            <p:cNvSpPr txBox="1"/>
            <p:nvPr/>
          </p:nvSpPr>
          <p:spPr>
            <a:xfrm>
              <a:off x="3666845" y="3429000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3214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E3729CC-C2D0-C770-C2CF-B0E0E2F0CAEA}"/>
                </a:ext>
              </a:extLst>
            </p:cNvPr>
            <p:cNvSpPr txBox="1"/>
            <p:nvPr/>
          </p:nvSpPr>
          <p:spPr>
            <a:xfrm>
              <a:off x="4452875" y="2333964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4132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B76F609-7847-7A0A-E3A5-548405E85B79}"/>
                </a:ext>
              </a:extLst>
            </p:cNvPr>
            <p:cNvSpPr txBox="1"/>
            <p:nvPr/>
          </p:nvSpPr>
          <p:spPr>
            <a:xfrm>
              <a:off x="4624156" y="1207668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4231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0507205-13FF-1E5E-E46D-F5A47BC062C8}"/>
                </a:ext>
              </a:extLst>
            </p:cNvPr>
            <p:cNvSpPr txBox="1"/>
            <p:nvPr/>
          </p:nvSpPr>
          <p:spPr>
            <a:xfrm>
              <a:off x="6575427" y="1987594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3241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059200E-E335-B0C7-1FAD-216D0B09ABCA}"/>
                </a:ext>
              </a:extLst>
            </p:cNvPr>
            <p:cNvSpPr txBox="1"/>
            <p:nvPr/>
          </p:nvSpPr>
          <p:spPr>
            <a:xfrm>
              <a:off x="7181955" y="2835275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2341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21AADB0-F643-2B56-4CC3-C4D49E80F0B6}"/>
                </a:ext>
              </a:extLst>
            </p:cNvPr>
            <p:cNvSpPr txBox="1"/>
            <p:nvPr/>
          </p:nvSpPr>
          <p:spPr>
            <a:xfrm>
              <a:off x="6096000" y="3146586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2413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CFDFFFB-9E92-1EF1-E076-A344B4E85818}"/>
                </a:ext>
              </a:extLst>
            </p:cNvPr>
            <p:cNvSpPr txBox="1"/>
            <p:nvPr/>
          </p:nvSpPr>
          <p:spPr>
            <a:xfrm>
              <a:off x="5008491" y="2897842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3142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E936EFE-6FFF-16CC-1CC1-85B89E11CE53}"/>
                </a:ext>
              </a:extLst>
            </p:cNvPr>
            <p:cNvSpPr txBox="1"/>
            <p:nvPr/>
          </p:nvSpPr>
          <p:spPr>
            <a:xfrm>
              <a:off x="4406722" y="4342332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2314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3195496-D876-9946-00C5-08FB1F32C82A}"/>
                </a:ext>
              </a:extLst>
            </p:cNvPr>
            <p:cNvSpPr txBox="1"/>
            <p:nvPr/>
          </p:nvSpPr>
          <p:spPr>
            <a:xfrm>
              <a:off x="5775090" y="4417526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2143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BA9B763-B97C-FBAA-E127-0CE45EC8C24D}"/>
                </a:ext>
              </a:extLst>
            </p:cNvPr>
            <p:cNvSpPr txBox="1"/>
            <p:nvPr/>
          </p:nvSpPr>
          <p:spPr>
            <a:xfrm>
              <a:off x="5550311" y="5176309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1324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5B13993-9695-1F37-5932-C1FC94938438}"/>
                </a:ext>
              </a:extLst>
            </p:cNvPr>
            <p:cNvSpPr txBox="1"/>
            <p:nvPr/>
          </p:nvSpPr>
          <p:spPr>
            <a:xfrm>
              <a:off x="6778267" y="3893838"/>
              <a:ext cx="758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Baskerville" panose="02020502070401020303" pitchFamily="18" charset="0"/>
                  <a:ea typeface="Baskerville" panose="02020502070401020303" pitchFamily="18" charset="0"/>
                </a:rPr>
                <a:t>1423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F0F044BE-2079-14CF-236A-825C743E7A1E}"/>
              </a:ext>
            </a:extLst>
          </p:cNvPr>
          <p:cNvSpPr/>
          <p:nvPr/>
        </p:nvSpPr>
        <p:spPr>
          <a:xfrm rot="5400000">
            <a:off x="6880271" y="5053643"/>
            <a:ext cx="519576" cy="525464"/>
          </a:xfrm>
          <a:prstGeom prst="ellipse">
            <a:avLst/>
          </a:prstGeom>
          <a:solidFill>
            <a:srgbClr val="FF0000">
              <a:alpha val="14902"/>
            </a:srgbClr>
          </a:solidFill>
          <a:ln w="190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7F0365F-5908-032A-D7A6-2DCE3C488CFB}"/>
              </a:ext>
            </a:extLst>
          </p:cNvPr>
          <p:cNvSpPr/>
          <p:nvPr/>
        </p:nvSpPr>
        <p:spPr>
          <a:xfrm rot="5400000">
            <a:off x="8060419" y="4014892"/>
            <a:ext cx="509274" cy="515045"/>
          </a:xfrm>
          <a:prstGeom prst="ellipse">
            <a:avLst/>
          </a:prstGeom>
          <a:solidFill>
            <a:srgbClr val="00FF00">
              <a:alpha val="20000"/>
            </a:srgbClr>
          </a:solidFill>
          <a:ln w="190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7D453C6-28F2-46E8-A517-B102EA47DC47}"/>
              </a:ext>
            </a:extLst>
          </p:cNvPr>
          <p:cNvSpPr/>
          <p:nvPr/>
        </p:nvSpPr>
        <p:spPr>
          <a:xfrm rot="5400000">
            <a:off x="7458627" y="3830508"/>
            <a:ext cx="509274" cy="515045"/>
          </a:xfrm>
          <a:prstGeom prst="ellipse">
            <a:avLst/>
          </a:prstGeom>
          <a:solidFill>
            <a:srgbClr val="00FF00">
              <a:alpha val="20000"/>
            </a:srgbClr>
          </a:solidFill>
          <a:ln w="190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7F9C0A9-1147-52AC-31D4-31C11C481E47}"/>
              </a:ext>
            </a:extLst>
          </p:cNvPr>
          <p:cNvSpPr/>
          <p:nvPr/>
        </p:nvSpPr>
        <p:spPr>
          <a:xfrm rot="5400000">
            <a:off x="3166912" y="1994423"/>
            <a:ext cx="509274" cy="515045"/>
          </a:xfrm>
          <a:prstGeom prst="ellipse">
            <a:avLst/>
          </a:prstGeom>
          <a:solidFill>
            <a:srgbClr val="00FF00">
              <a:alpha val="20000"/>
            </a:srgbClr>
          </a:solidFill>
          <a:ln w="190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4BD6C61-E3D1-9905-949B-BBCF072A1EAD}"/>
              </a:ext>
            </a:extLst>
          </p:cNvPr>
          <p:cNvCxnSpPr>
            <a:cxnSpLocks/>
          </p:cNvCxnSpPr>
          <p:nvPr/>
        </p:nvCxnSpPr>
        <p:spPr>
          <a:xfrm flipV="1">
            <a:off x="3185174" y="2450471"/>
            <a:ext cx="38686" cy="190309"/>
          </a:xfrm>
          <a:prstGeom prst="straightConnector1">
            <a:avLst/>
          </a:prstGeom>
          <a:ln w="28575">
            <a:solidFill>
              <a:srgbClr val="00D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87E1701-D876-6AC6-7034-A7A654797320}"/>
              </a:ext>
            </a:extLst>
          </p:cNvPr>
          <p:cNvCxnSpPr>
            <a:cxnSpLocks/>
          </p:cNvCxnSpPr>
          <p:nvPr/>
        </p:nvCxnSpPr>
        <p:spPr>
          <a:xfrm flipV="1">
            <a:off x="5634445" y="2598336"/>
            <a:ext cx="626019" cy="618455"/>
          </a:xfrm>
          <a:prstGeom prst="straightConnector1">
            <a:avLst/>
          </a:prstGeom>
          <a:ln w="28575">
            <a:solidFill>
              <a:srgbClr val="00D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101F5D3-5C21-1A14-0564-2EC7E35117A5}"/>
              </a:ext>
            </a:extLst>
          </p:cNvPr>
          <p:cNvCxnSpPr>
            <a:cxnSpLocks/>
          </p:cNvCxnSpPr>
          <p:nvPr/>
        </p:nvCxnSpPr>
        <p:spPr>
          <a:xfrm>
            <a:off x="6747901" y="3073093"/>
            <a:ext cx="788574" cy="734051"/>
          </a:xfrm>
          <a:prstGeom prst="straightConnector1">
            <a:avLst/>
          </a:prstGeom>
          <a:ln w="28575">
            <a:solidFill>
              <a:srgbClr val="00D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4C303A4-F396-D256-3AB4-15A23518FF35}"/>
              </a:ext>
            </a:extLst>
          </p:cNvPr>
          <p:cNvCxnSpPr>
            <a:cxnSpLocks/>
          </p:cNvCxnSpPr>
          <p:nvPr/>
        </p:nvCxnSpPr>
        <p:spPr>
          <a:xfrm>
            <a:off x="8022262" y="3133805"/>
            <a:ext cx="169729" cy="866550"/>
          </a:xfrm>
          <a:prstGeom prst="straightConnector1">
            <a:avLst/>
          </a:prstGeom>
          <a:ln w="28575">
            <a:solidFill>
              <a:srgbClr val="00D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F5AF7B8-C43B-E226-A145-269B8AC923D3}"/>
              </a:ext>
            </a:extLst>
          </p:cNvPr>
          <p:cNvCxnSpPr>
            <a:cxnSpLocks/>
          </p:cNvCxnSpPr>
          <p:nvPr/>
        </p:nvCxnSpPr>
        <p:spPr>
          <a:xfrm flipH="1">
            <a:off x="6550288" y="1086310"/>
            <a:ext cx="313098" cy="105990"/>
          </a:xfrm>
          <a:prstGeom prst="straightConnector1">
            <a:avLst/>
          </a:prstGeom>
          <a:ln w="28575">
            <a:solidFill>
              <a:srgbClr val="00D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492F67D-C844-0C45-03E8-6FC4857A14BE}"/>
              </a:ext>
            </a:extLst>
          </p:cNvPr>
          <p:cNvCxnSpPr>
            <a:cxnSpLocks/>
          </p:cNvCxnSpPr>
          <p:nvPr/>
        </p:nvCxnSpPr>
        <p:spPr>
          <a:xfrm flipV="1">
            <a:off x="4983824" y="665830"/>
            <a:ext cx="331047" cy="121013"/>
          </a:xfrm>
          <a:prstGeom prst="straightConnector1">
            <a:avLst/>
          </a:prstGeom>
          <a:ln w="28575">
            <a:solidFill>
              <a:srgbClr val="00D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462EE90-76BD-7538-D1BA-6046EEC9CEC2}"/>
              </a:ext>
            </a:extLst>
          </p:cNvPr>
          <p:cNvCxnSpPr>
            <a:cxnSpLocks/>
          </p:cNvCxnSpPr>
          <p:nvPr/>
        </p:nvCxnSpPr>
        <p:spPr>
          <a:xfrm flipH="1">
            <a:off x="5025494" y="822433"/>
            <a:ext cx="322542" cy="1146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60171FD-25E1-AD8E-59C2-267FAFC23365}"/>
              </a:ext>
            </a:extLst>
          </p:cNvPr>
          <p:cNvCxnSpPr>
            <a:cxnSpLocks/>
          </p:cNvCxnSpPr>
          <p:nvPr/>
        </p:nvCxnSpPr>
        <p:spPr>
          <a:xfrm flipV="1">
            <a:off x="6519640" y="941813"/>
            <a:ext cx="315268" cy="1135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402B22A-4421-C2C0-32A9-5BE84E3F9416}"/>
              </a:ext>
            </a:extLst>
          </p:cNvPr>
          <p:cNvCxnSpPr>
            <a:cxnSpLocks/>
          </p:cNvCxnSpPr>
          <p:nvPr/>
        </p:nvCxnSpPr>
        <p:spPr>
          <a:xfrm>
            <a:off x="6010793" y="4918075"/>
            <a:ext cx="811980" cy="2205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F6991DEB-593F-C7C3-78E8-765474355EEA}"/>
              </a:ext>
            </a:extLst>
          </p:cNvPr>
          <p:cNvGrpSpPr/>
          <p:nvPr/>
        </p:nvGrpSpPr>
        <p:grpSpPr>
          <a:xfrm>
            <a:off x="3489325" y="2108457"/>
            <a:ext cx="2985779" cy="3038731"/>
            <a:chOff x="3489325" y="2108457"/>
            <a:chExt cx="2985779" cy="3038731"/>
          </a:xfrm>
        </p:grpSpPr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2E6C9406-8FCF-7220-CC34-12678BA31041}"/>
                </a:ext>
              </a:extLst>
            </p:cNvPr>
            <p:cNvCxnSpPr>
              <a:cxnSpLocks/>
            </p:cNvCxnSpPr>
            <p:nvPr/>
          </p:nvCxnSpPr>
          <p:spPr>
            <a:xfrm>
              <a:off x="6286218" y="2108457"/>
              <a:ext cx="28651" cy="25056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E40C4593-8B19-FEF8-8BAA-7488D719937C}"/>
                </a:ext>
              </a:extLst>
            </p:cNvPr>
            <p:cNvCxnSpPr>
              <a:cxnSpLocks/>
            </p:cNvCxnSpPr>
            <p:nvPr/>
          </p:nvCxnSpPr>
          <p:spPr>
            <a:xfrm>
              <a:off x="6343368" y="2492056"/>
              <a:ext cx="35207" cy="22820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4FA4D589-D644-2F7A-4738-1B5024C44B2F}"/>
                </a:ext>
              </a:extLst>
            </p:cNvPr>
            <p:cNvCxnSpPr>
              <a:cxnSpLocks/>
            </p:cNvCxnSpPr>
            <p:nvPr/>
          </p:nvCxnSpPr>
          <p:spPr>
            <a:xfrm>
              <a:off x="3489325" y="2779496"/>
              <a:ext cx="24875" cy="230404"/>
            </a:xfrm>
            <a:prstGeom prst="line">
              <a:avLst/>
            </a:prstGeom>
            <a:ln w="889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4F0AF9E9-956D-EDDC-27F1-D81CD56E81B3}"/>
                </a:ext>
              </a:extLst>
            </p:cNvPr>
            <p:cNvCxnSpPr>
              <a:cxnSpLocks/>
            </p:cNvCxnSpPr>
            <p:nvPr/>
          </p:nvCxnSpPr>
          <p:spPr>
            <a:xfrm>
              <a:off x="6343368" y="5115560"/>
              <a:ext cx="131736" cy="3162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1" name="Picture 230" descr="A black and silver molecule structure&#10;&#10;AI-generated content may be incorrect.">
            <a:extLst>
              <a:ext uri="{FF2B5EF4-FFF2-40B4-BE49-F238E27FC236}">
                <a16:creationId xmlns:a16="http://schemas.microsoft.com/office/drawing/2014/main" id="{F76B5DB7-1723-9498-5695-C736B9DF0A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927"/>
          <a:stretch>
            <a:fillRect/>
          </a:stretch>
        </p:blipFill>
        <p:spPr>
          <a:xfrm>
            <a:off x="2710985" y="323075"/>
            <a:ext cx="6502400" cy="5921918"/>
          </a:xfrm>
          <a:prstGeom prst="rect">
            <a:avLst/>
          </a:prstGeom>
        </p:spPr>
      </p:pic>
      <p:sp>
        <p:nvSpPr>
          <p:cNvPr id="232" name="Block Arc 231">
            <a:extLst>
              <a:ext uri="{FF2B5EF4-FFF2-40B4-BE49-F238E27FC236}">
                <a16:creationId xmlns:a16="http://schemas.microsoft.com/office/drawing/2014/main" id="{80699E0C-4EBC-EC38-C0C7-072C2A74AA70}"/>
              </a:ext>
            </a:extLst>
          </p:cNvPr>
          <p:cNvSpPr/>
          <p:nvPr/>
        </p:nvSpPr>
        <p:spPr>
          <a:xfrm rot="18517828">
            <a:off x="6136923" y="2680386"/>
            <a:ext cx="495171" cy="425194"/>
          </a:xfrm>
          <a:prstGeom prst="blockArc">
            <a:avLst>
              <a:gd name="adj1" fmla="val 12742008"/>
              <a:gd name="adj2" fmla="val 18839588"/>
              <a:gd name="adj3" fmla="val 16242"/>
            </a:avLst>
          </a:prstGeom>
          <a:solidFill>
            <a:srgbClr val="5DE1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3" name="Arc 232">
            <a:extLst>
              <a:ext uri="{FF2B5EF4-FFF2-40B4-BE49-F238E27FC236}">
                <a16:creationId xmlns:a16="http://schemas.microsoft.com/office/drawing/2014/main" id="{39E2A16D-C900-9668-48E3-E9F1CB15A7E7}"/>
              </a:ext>
            </a:extLst>
          </p:cNvPr>
          <p:cNvSpPr/>
          <p:nvPr/>
        </p:nvSpPr>
        <p:spPr>
          <a:xfrm rot="14610216">
            <a:off x="6186322" y="2600375"/>
            <a:ext cx="461195" cy="561247"/>
          </a:xfrm>
          <a:prstGeom prst="arc">
            <a:avLst>
              <a:gd name="adj1" fmla="val 16039635"/>
              <a:gd name="adj2" fmla="val 68367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24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95C0E-885E-3922-B61B-5ACE7B8DA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2402C307-7A83-D030-4A82-D2FEF494B400}"/>
              </a:ext>
            </a:extLst>
          </p:cNvPr>
          <p:cNvGrpSpPr/>
          <p:nvPr/>
        </p:nvGrpSpPr>
        <p:grpSpPr>
          <a:xfrm>
            <a:off x="1479881" y="5254947"/>
            <a:ext cx="386860" cy="193430"/>
            <a:chOff x="899904" y="5254947"/>
            <a:chExt cx="386860" cy="19343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8A8A50A-0D8E-F4BB-C50E-3C018E4244CD}"/>
                </a:ext>
              </a:extLst>
            </p:cNvPr>
            <p:cNvSpPr/>
            <p:nvPr/>
          </p:nvSpPr>
          <p:spPr>
            <a:xfrm>
              <a:off x="1093334" y="5254947"/>
              <a:ext cx="193430" cy="193430"/>
            </a:xfrm>
            <a:prstGeom prst="ellipse">
              <a:avLst/>
            </a:prstGeom>
            <a:solidFill>
              <a:srgbClr val="FF0000">
                <a:alpha val="8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C2B838-BE8A-7F28-5383-3CC32EB410FC}"/>
                </a:ext>
              </a:extLst>
            </p:cNvPr>
            <p:cNvSpPr/>
            <p:nvPr/>
          </p:nvSpPr>
          <p:spPr>
            <a:xfrm>
              <a:off x="899904" y="5254947"/>
              <a:ext cx="193430" cy="193430"/>
            </a:xfrm>
            <a:prstGeom prst="ellipse">
              <a:avLst/>
            </a:prstGeom>
            <a:solidFill>
              <a:srgbClr val="00D900">
                <a:alpha val="8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E2E4527-4B9A-E3BA-FE90-8665C3347F96}"/>
              </a:ext>
            </a:extLst>
          </p:cNvPr>
          <p:cNvGrpSpPr/>
          <p:nvPr/>
        </p:nvGrpSpPr>
        <p:grpSpPr>
          <a:xfrm>
            <a:off x="2141934" y="5254947"/>
            <a:ext cx="386860" cy="193430"/>
            <a:chOff x="1674746" y="5254947"/>
            <a:chExt cx="386860" cy="19343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A9C9D1-6F29-0AD8-BAF2-40655A0462DB}"/>
                </a:ext>
              </a:extLst>
            </p:cNvPr>
            <p:cNvSpPr/>
            <p:nvPr/>
          </p:nvSpPr>
          <p:spPr>
            <a:xfrm>
              <a:off x="1868176" y="5254947"/>
              <a:ext cx="193430" cy="193430"/>
            </a:xfrm>
            <a:prstGeom prst="ellipse">
              <a:avLst/>
            </a:prstGeom>
            <a:solidFill>
              <a:srgbClr val="FF0000">
                <a:alpha val="12157"/>
              </a:srgb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1625F80-4C64-B98B-A71D-D70763BAE617}"/>
                </a:ext>
              </a:extLst>
            </p:cNvPr>
            <p:cNvSpPr/>
            <p:nvPr/>
          </p:nvSpPr>
          <p:spPr>
            <a:xfrm>
              <a:off x="1674746" y="5254947"/>
              <a:ext cx="193430" cy="193430"/>
            </a:xfrm>
            <a:prstGeom prst="ellipse">
              <a:avLst/>
            </a:prstGeom>
            <a:solidFill>
              <a:srgbClr val="00FF00">
                <a:alpha val="12157"/>
              </a:srgb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D66995EE-1D8C-F87A-617C-7327E826A3C2}"/>
              </a:ext>
            </a:extLst>
          </p:cNvPr>
          <p:cNvSpPr/>
          <p:nvPr/>
        </p:nvSpPr>
        <p:spPr>
          <a:xfrm>
            <a:off x="3014028" y="5254947"/>
            <a:ext cx="193430" cy="193430"/>
          </a:xfrm>
          <a:prstGeom prst="ellipse">
            <a:avLst/>
          </a:prstGeom>
          <a:pattFill prst="wdUpDiag">
            <a:fgClr>
              <a:srgbClr val="FFA9B8"/>
            </a:fgClr>
            <a:bgClr>
              <a:schemeClr val="bg1"/>
            </a:bgClr>
          </a:pattFill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5C827B1-E983-64DA-9046-B2927E6E7B0A}"/>
              </a:ext>
            </a:extLst>
          </p:cNvPr>
          <p:cNvSpPr/>
          <p:nvPr/>
        </p:nvSpPr>
        <p:spPr>
          <a:xfrm>
            <a:off x="2820598" y="5254947"/>
            <a:ext cx="193430" cy="193430"/>
          </a:xfrm>
          <a:prstGeom prst="ellipse">
            <a:avLst/>
          </a:prstGeom>
          <a:pattFill prst="wdUpDiag">
            <a:fgClr>
              <a:srgbClr val="AFFEBD"/>
            </a:fgClr>
            <a:bgClr>
              <a:schemeClr val="bg1"/>
            </a:bgClr>
          </a:pattFill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8F54F3C-8FFD-8953-9ADD-3AF177164A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61620" y="5525396"/>
            <a:ext cx="347484" cy="17374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A174D8E-7E74-F36E-6159-6A98D28A8D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40286" y="5525396"/>
            <a:ext cx="347484" cy="173742"/>
          </a:xfrm>
          <a:prstGeom prst="rect">
            <a:avLst/>
          </a:prstGeom>
        </p:spPr>
      </p:pic>
      <p:grpSp>
        <p:nvGrpSpPr>
          <p:cNvPr id="180" name="Group 179">
            <a:extLst>
              <a:ext uri="{FF2B5EF4-FFF2-40B4-BE49-F238E27FC236}">
                <a16:creationId xmlns:a16="http://schemas.microsoft.com/office/drawing/2014/main" id="{8B1CC63E-2CD6-9C42-DE4E-A1E0CE269C2A}"/>
              </a:ext>
            </a:extLst>
          </p:cNvPr>
          <p:cNvGrpSpPr/>
          <p:nvPr/>
        </p:nvGrpSpPr>
        <p:grpSpPr>
          <a:xfrm>
            <a:off x="3627549" y="5325858"/>
            <a:ext cx="1234857" cy="193430"/>
            <a:chOff x="3353949" y="5254947"/>
            <a:chExt cx="1234857" cy="19343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41184E9-6B2B-A8AE-C102-B282B23148BC}"/>
                </a:ext>
              </a:extLst>
            </p:cNvPr>
            <p:cNvSpPr/>
            <p:nvPr/>
          </p:nvSpPr>
          <p:spPr>
            <a:xfrm>
              <a:off x="3353949" y="5254947"/>
              <a:ext cx="193430" cy="19343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0879558B-059B-BD12-0454-3EE222213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3639241" y="5254947"/>
              <a:ext cx="949565" cy="193430"/>
            </a:xfrm>
            <a:prstGeom prst="rect">
              <a:avLst/>
            </a:prstGeom>
          </p:spPr>
        </p:pic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7E5C7ECC-2F9C-17D1-09D6-D8C99DCF7D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4472"/>
          <a:stretch>
            <a:fillRect/>
          </a:stretch>
        </p:blipFill>
        <p:spPr>
          <a:xfrm>
            <a:off x="1186571" y="5525396"/>
            <a:ext cx="208535" cy="17374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435FDBA9-BB45-55B0-9564-2E38CA18A6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7304" y="5525396"/>
            <a:ext cx="352014" cy="176007"/>
          </a:xfrm>
          <a:prstGeom prst="rect">
            <a:avLst/>
          </a:prstGeom>
        </p:spPr>
      </p:pic>
      <p:pic>
        <p:nvPicPr>
          <p:cNvPr id="172" name="Graphic 171">
            <a:extLst>
              <a:ext uri="{FF2B5EF4-FFF2-40B4-BE49-F238E27FC236}">
                <a16:creationId xmlns:a16="http://schemas.microsoft.com/office/drawing/2014/main" id="{3D91FD85-3ACC-4933-5C55-10267F5763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10800000">
            <a:off x="747400" y="561861"/>
            <a:ext cx="4604322" cy="4616068"/>
          </a:xfrm>
          <a:prstGeom prst="rect">
            <a:avLst/>
          </a:prstGeom>
        </p:spPr>
      </p:pic>
      <p:pic>
        <p:nvPicPr>
          <p:cNvPr id="179" name="Picture 178">
            <a:extLst>
              <a:ext uri="{FF2B5EF4-FFF2-40B4-BE49-F238E27FC236}">
                <a16:creationId xmlns:a16="http://schemas.microsoft.com/office/drawing/2014/main" id="{C6292D49-B2C0-6599-CA74-79F28BBFE66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17524" y="5286064"/>
            <a:ext cx="338093" cy="164597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FDC6BCA7-0D1B-5E02-69B6-C3A0EDE1E4F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725621" y="561861"/>
            <a:ext cx="5237018" cy="462920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255B7BDD-934F-91D7-817C-712B9A1273FC}"/>
              </a:ext>
            </a:extLst>
          </p:cNvPr>
          <p:cNvGrpSpPr/>
          <p:nvPr/>
        </p:nvGrpSpPr>
        <p:grpSpPr>
          <a:xfrm>
            <a:off x="8712372" y="5268630"/>
            <a:ext cx="1318060" cy="250658"/>
            <a:chOff x="9013358" y="5268630"/>
            <a:chExt cx="1318060" cy="250658"/>
          </a:xfrm>
        </p:grpSpPr>
        <p:pic>
          <p:nvPicPr>
            <p:cNvPr id="3" name="Picture 2" descr="A black and silver molecule structure&#10;&#10;AI-generated content may be incorrect.">
              <a:extLst>
                <a:ext uri="{FF2B5EF4-FFF2-40B4-BE49-F238E27FC236}">
                  <a16:creationId xmlns:a16="http://schemas.microsoft.com/office/drawing/2014/main" id="{FD014E92-4D76-3ADA-F431-C365D3D6F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85195" t="24728" r="9268" b="69846"/>
            <a:stretch>
              <a:fillRect/>
            </a:stretch>
          </p:blipFill>
          <p:spPr>
            <a:xfrm>
              <a:off x="9013358" y="5268630"/>
              <a:ext cx="255773" cy="250658"/>
            </a:xfrm>
            <a:prstGeom prst="ellipse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C072136-5729-317F-D7C4-E1BF5371B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9381853" y="5297244"/>
              <a:ext cx="949565" cy="19343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8A83393-9859-A723-95A1-DAE917348DF1}"/>
              </a:ext>
            </a:extLst>
          </p:cNvPr>
          <p:cNvGrpSpPr/>
          <p:nvPr/>
        </p:nvGrpSpPr>
        <p:grpSpPr>
          <a:xfrm>
            <a:off x="7059120" y="5200529"/>
            <a:ext cx="501314" cy="250657"/>
            <a:chOff x="899904" y="5254947"/>
            <a:chExt cx="386860" cy="193430"/>
          </a:xfrm>
        </p:grpSpPr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5BD6AA9C-27C9-0859-6EF4-FDF185E6C37A}"/>
                </a:ext>
              </a:extLst>
            </p:cNvPr>
            <p:cNvSpPr/>
            <p:nvPr/>
          </p:nvSpPr>
          <p:spPr>
            <a:xfrm>
              <a:off x="1093334" y="5254947"/>
              <a:ext cx="193430" cy="193430"/>
            </a:xfrm>
            <a:prstGeom prst="ellipse">
              <a:avLst/>
            </a:prstGeom>
            <a:solidFill>
              <a:srgbClr val="FF0000">
                <a:alpha val="8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E777829A-24A3-D7D9-216B-5ACC851B93B7}"/>
                </a:ext>
              </a:extLst>
            </p:cNvPr>
            <p:cNvSpPr/>
            <p:nvPr/>
          </p:nvSpPr>
          <p:spPr>
            <a:xfrm>
              <a:off x="899904" y="5254947"/>
              <a:ext cx="193430" cy="193430"/>
            </a:xfrm>
            <a:prstGeom prst="ellipse">
              <a:avLst/>
            </a:prstGeom>
            <a:solidFill>
              <a:srgbClr val="00D900">
                <a:alpha val="8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9189440-AB89-1F4B-6C41-38DF65DA49BB}"/>
              </a:ext>
            </a:extLst>
          </p:cNvPr>
          <p:cNvGrpSpPr/>
          <p:nvPr/>
        </p:nvGrpSpPr>
        <p:grpSpPr>
          <a:xfrm>
            <a:off x="7721173" y="5200529"/>
            <a:ext cx="501314" cy="250657"/>
            <a:chOff x="1674746" y="5254947"/>
            <a:chExt cx="386860" cy="193430"/>
          </a:xfrm>
        </p:grpSpPr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6D64F4CE-6D51-BEE5-DBEC-46D4B70591CB}"/>
                </a:ext>
              </a:extLst>
            </p:cNvPr>
            <p:cNvSpPr/>
            <p:nvPr/>
          </p:nvSpPr>
          <p:spPr>
            <a:xfrm>
              <a:off x="1868176" y="5254947"/>
              <a:ext cx="193430" cy="193430"/>
            </a:xfrm>
            <a:prstGeom prst="ellipse">
              <a:avLst/>
            </a:prstGeom>
            <a:solidFill>
              <a:srgbClr val="FF0000">
                <a:alpha val="12157"/>
              </a:srgbClr>
            </a:solidFill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3">
              <a:extLst>
                <a:ext uri="{FF2B5EF4-FFF2-40B4-BE49-F238E27FC236}">
                  <a16:creationId xmlns:a16="http://schemas.microsoft.com/office/drawing/2014/main" id="{0B259773-5710-BFAA-D5F1-FBD711FCA090}"/>
                </a:ext>
              </a:extLst>
            </p:cNvPr>
            <p:cNvSpPr/>
            <p:nvPr/>
          </p:nvSpPr>
          <p:spPr>
            <a:xfrm>
              <a:off x="1674746" y="5254947"/>
              <a:ext cx="193430" cy="193430"/>
            </a:xfrm>
            <a:prstGeom prst="ellipse">
              <a:avLst/>
            </a:prstGeom>
            <a:solidFill>
              <a:srgbClr val="00FF00">
                <a:alpha val="12157"/>
              </a:srgbClr>
            </a:solidFill>
            <a:ln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EAAB26FC-273C-6167-779D-17765FFF47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95698" y="5262347"/>
            <a:ext cx="338093" cy="16459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BF743BF-FA89-49FA-1F78-4CEC8CDA06A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4472"/>
          <a:stretch>
            <a:fillRect/>
          </a:stretch>
        </p:blipFill>
        <p:spPr>
          <a:xfrm>
            <a:off x="6764744" y="5519288"/>
            <a:ext cx="208535" cy="17374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6405918-18F9-A71C-D6A1-34A78E92B48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5222" y="360742"/>
            <a:ext cx="244604" cy="2011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AF8C1F7-CB8A-B5FF-4563-0DAA6D10169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65544" y="360742"/>
            <a:ext cx="260911" cy="20111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035ED0D-95ED-BE56-DB6B-7F1C8931F4C4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7136035" y="5547931"/>
            <a:ext cx="347484" cy="13093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510D31F-B48F-ABB2-6775-934749D156E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800324" y="5547931"/>
            <a:ext cx="343012" cy="12740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755E07B-8E91-C5C6-D288-D5C32283313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57891" y="360742"/>
            <a:ext cx="716001" cy="20641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504BD85-9CDB-A6AC-B96F-82B41633BE8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87649" y="360742"/>
            <a:ext cx="1264290" cy="20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746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40734E1-0B83-1056-ABA3-C26FC49E4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307" y="3225800"/>
            <a:ext cx="431800" cy="406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3CA39B-D90E-673F-B28C-D474F31B0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661" y="3225800"/>
            <a:ext cx="444500" cy="406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6A4F18-A508-254E-9790-C30174EB9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307" y="4990953"/>
            <a:ext cx="558800" cy="469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40927C-9953-EA00-049B-34B02BFDF9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6876" y="4374263"/>
            <a:ext cx="444500" cy="46990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C6D4485C-F768-31CC-F25B-A63029E8470F}"/>
              </a:ext>
            </a:extLst>
          </p:cNvPr>
          <p:cNvGrpSpPr/>
          <p:nvPr/>
        </p:nvGrpSpPr>
        <p:grpSpPr>
          <a:xfrm>
            <a:off x="8617986" y="1362548"/>
            <a:ext cx="616689" cy="1745645"/>
            <a:chOff x="8617986" y="1362548"/>
            <a:chExt cx="616689" cy="174564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867ADB8-9177-31F2-A46B-F1C273D0128D}"/>
                </a:ext>
              </a:extLst>
            </p:cNvPr>
            <p:cNvGrpSpPr/>
            <p:nvPr/>
          </p:nvGrpSpPr>
          <p:grpSpPr>
            <a:xfrm>
              <a:off x="8617986" y="1362548"/>
              <a:ext cx="616689" cy="616689"/>
              <a:chOff x="8537944" y="1831553"/>
              <a:chExt cx="616689" cy="616689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7E8D9A7-C579-AEE1-5B92-783780CE7B96}"/>
                  </a:ext>
                </a:extLst>
              </p:cNvPr>
              <p:cNvSpPr/>
              <p:nvPr/>
            </p:nvSpPr>
            <p:spPr>
              <a:xfrm>
                <a:off x="8537944" y="1831553"/>
                <a:ext cx="616689" cy="61668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FCBD2C5D-9F74-9DE3-0E4C-D34311B9A3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96822" y="2011047"/>
                <a:ext cx="298932" cy="257700"/>
              </a:xfrm>
              <a:prstGeom prst="rect">
                <a:avLst/>
              </a:prstGeom>
            </p:spPr>
          </p:pic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64F0798-A0F5-186E-DD85-C4816A5F3B49}"/>
                </a:ext>
              </a:extLst>
            </p:cNvPr>
            <p:cNvCxnSpPr>
              <a:cxnSpLocks/>
              <a:stCxn id="11" idx="2"/>
              <a:endCxn id="26" idx="0"/>
            </p:cNvCxnSpPr>
            <p:nvPr/>
          </p:nvCxnSpPr>
          <p:spPr>
            <a:xfrm flipH="1">
              <a:off x="8926330" y="1979237"/>
              <a:ext cx="1" cy="96831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B3C3CF6-6E77-F9DF-D415-5BC1B1E7D433}"/>
                </a:ext>
              </a:extLst>
            </p:cNvPr>
            <p:cNvSpPr/>
            <p:nvPr/>
          </p:nvSpPr>
          <p:spPr>
            <a:xfrm>
              <a:off x="8846009" y="2947551"/>
              <a:ext cx="160642" cy="16064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EF3FDED-FF29-C57D-53EC-2C8DACCABAF9}"/>
              </a:ext>
            </a:extLst>
          </p:cNvPr>
          <p:cNvGrpSpPr/>
          <p:nvPr/>
        </p:nvGrpSpPr>
        <p:grpSpPr>
          <a:xfrm>
            <a:off x="10229726" y="1362548"/>
            <a:ext cx="616689" cy="1745645"/>
            <a:chOff x="8617986" y="1362548"/>
            <a:chExt cx="616689" cy="1745645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27870F3-0D7C-DFEC-2AAB-D27B8B48BDD4}"/>
                </a:ext>
              </a:extLst>
            </p:cNvPr>
            <p:cNvGrpSpPr/>
            <p:nvPr/>
          </p:nvGrpSpPr>
          <p:grpSpPr>
            <a:xfrm>
              <a:off x="8617986" y="1362548"/>
              <a:ext cx="616689" cy="616689"/>
              <a:chOff x="8537944" y="1831553"/>
              <a:chExt cx="616689" cy="616689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F4D2AA6-42F1-4B50-4B9A-8A2132AB1921}"/>
                  </a:ext>
                </a:extLst>
              </p:cNvPr>
              <p:cNvSpPr/>
              <p:nvPr/>
            </p:nvSpPr>
            <p:spPr>
              <a:xfrm>
                <a:off x="8537944" y="1831553"/>
                <a:ext cx="616689" cy="61668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00E9BEE3-7068-85BC-4B85-D8FF1FD625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8732900" y="2011047"/>
                <a:ext cx="226775" cy="257700"/>
              </a:xfrm>
              <a:prstGeom prst="rect">
                <a:avLst/>
              </a:prstGeom>
            </p:spPr>
          </p:pic>
        </p:grp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5569D1E-9572-7C25-358C-18EC133CF7C5}"/>
                </a:ext>
              </a:extLst>
            </p:cNvPr>
            <p:cNvCxnSpPr>
              <a:cxnSpLocks/>
              <a:stCxn id="51" idx="2"/>
              <a:endCxn id="50" idx="0"/>
            </p:cNvCxnSpPr>
            <p:nvPr/>
          </p:nvCxnSpPr>
          <p:spPr>
            <a:xfrm flipH="1">
              <a:off x="8926330" y="1979237"/>
              <a:ext cx="1" cy="96831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E3F5BEB-897D-AF6D-FBB3-22FB31A2C718}"/>
                </a:ext>
              </a:extLst>
            </p:cNvPr>
            <p:cNvSpPr/>
            <p:nvPr/>
          </p:nvSpPr>
          <p:spPr>
            <a:xfrm>
              <a:off x="8846009" y="2947551"/>
              <a:ext cx="160642" cy="16064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BCBA10F-C97C-EED0-27A1-377011A4CA45}"/>
              </a:ext>
            </a:extLst>
          </p:cNvPr>
          <p:cNvGrpSpPr/>
          <p:nvPr/>
        </p:nvGrpSpPr>
        <p:grpSpPr>
          <a:xfrm>
            <a:off x="9429631" y="1362548"/>
            <a:ext cx="659625" cy="1745645"/>
            <a:chOff x="8617986" y="1362548"/>
            <a:chExt cx="659625" cy="1745645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A23BE19-8DF6-55CD-5387-AE47A7287799}"/>
                </a:ext>
              </a:extLst>
            </p:cNvPr>
            <p:cNvGrpSpPr/>
            <p:nvPr/>
          </p:nvGrpSpPr>
          <p:grpSpPr>
            <a:xfrm>
              <a:off x="8617986" y="1362548"/>
              <a:ext cx="659625" cy="616689"/>
              <a:chOff x="8537944" y="1831553"/>
              <a:chExt cx="659625" cy="616689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B84C3733-20D2-3EA9-4178-3CF9AA6C4440}"/>
                  </a:ext>
                </a:extLst>
              </p:cNvPr>
              <p:cNvSpPr/>
              <p:nvPr/>
            </p:nvSpPr>
            <p:spPr>
              <a:xfrm>
                <a:off x="8537944" y="1831553"/>
                <a:ext cx="616689" cy="61668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79CD3425-C78E-77E8-70FA-14BAAB8D75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8587331" y="1907445"/>
                <a:ext cx="610238" cy="363237"/>
              </a:xfrm>
              <a:prstGeom prst="rect">
                <a:avLst/>
              </a:prstGeom>
            </p:spPr>
          </p:pic>
        </p:grp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2ACA86D-25B4-D25B-15B0-671AB6D8B36F}"/>
                </a:ext>
              </a:extLst>
            </p:cNvPr>
            <p:cNvCxnSpPr>
              <a:cxnSpLocks/>
              <a:stCxn id="57" idx="2"/>
              <a:endCxn id="56" idx="0"/>
            </p:cNvCxnSpPr>
            <p:nvPr/>
          </p:nvCxnSpPr>
          <p:spPr>
            <a:xfrm flipH="1">
              <a:off x="8926330" y="1979237"/>
              <a:ext cx="1" cy="96831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E1E0C79-B115-36BC-BE3F-3D4081EDF144}"/>
                </a:ext>
              </a:extLst>
            </p:cNvPr>
            <p:cNvSpPr/>
            <p:nvPr/>
          </p:nvSpPr>
          <p:spPr>
            <a:xfrm>
              <a:off x="8846009" y="2947551"/>
              <a:ext cx="160642" cy="16064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12FE63C-E47B-DC62-8E17-291E6AD1234B}"/>
              </a:ext>
            </a:extLst>
          </p:cNvPr>
          <p:cNvGrpSpPr/>
          <p:nvPr/>
        </p:nvGrpSpPr>
        <p:grpSpPr>
          <a:xfrm>
            <a:off x="3178197" y="5486184"/>
            <a:ext cx="870988" cy="798283"/>
            <a:chOff x="8595785" y="4912426"/>
            <a:chExt cx="870988" cy="798283"/>
          </a:xfrm>
        </p:grpSpPr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A7BBD0AD-1D47-3558-57A2-250E7CBD2C9E}"/>
                </a:ext>
              </a:extLst>
            </p:cNvPr>
            <p:cNvSpPr/>
            <p:nvPr/>
          </p:nvSpPr>
          <p:spPr>
            <a:xfrm rot="16200000">
              <a:off x="8637487" y="4930679"/>
              <a:ext cx="738328" cy="821731"/>
            </a:xfrm>
            <a:prstGeom prst="arc">
              <a:avLst>
                <a:gd name="adj1" fmla="val 16124257"/>
                <a:gd name="adj2" fmla="val 5450075"/>
              </a:avLst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4A425A8-54D1-716A-0A58-89072B2865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06651" y="4912426"/>
              <a:ext cx="460122" cy="414584"/>
            </a:xfrm>
            <a:prstGeom prst="line">
              <a:avLst/>
            </a:prstGeom>
            <a:ln w="50800">
              <a:solidFill>
                <a:schemeClr val="tx1"/>
              </a:solidFill>
              <a:tailEnd type="stealth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07D67015-E912-FBB6-BEE5-4DB7D582395D}"/>
                </a:ext>
              </a:extLst>
            </p:cNvPr>
            <p:cNvSpPr/>
            <p:nvPr/>
          </p:nvSpPr>
          <p:spPr>
            <a:xfrm>
              <a:off x="8977207" y="5294116"/>
              <a:ext cx="65787" cy="65787"/>
            </a:xfrm>
            <a:prstGeom prst="ellipse">
              <a:avLst/>
            </a:prstGeom>
            <a:solidFill>
              <a:schemeClr val="tx1"/>
            </a:solidFill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84365BE-172D-333A-5644-1FD9F76F163C}"/>
              </a:ext>
            </a:extLst>
          </p:cNvPr>
          <p:cNvGrpSpPr/>
          <p:nvPr/>
        </p:nvGrpSpPr>
        <p:grpSpPr>
          <a:xfrm>
            <a:off x="7151495" y="4374263"/>
            <a:ext cx="659625" cy="616689"/>
            <a:chOff x="8537944" y="1831553"/>
            <a:chExt cx="659625" cy="616689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BCF5534-C226-BC32-F23F-0EEEE7347A98}"/>
                </a:ext>
              </a:extLst>
            </p:cNvPr>
            <p:cNvSpPr/>
            <p:nvPr/>
          </p:nvSpPr>
          <p:spPr>
            <a:xfrm>
              <a:off x="8537944" y="1831553"/>
              <a:ext cx="616689" cy="61668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7" name="Picture 57">
              <a:extLst>
                <a:ext uri="{FF2B5EF4-FFF2-40B4-BE49-F238E27FC236}">
                  <a16:creationId xmlns:a16="http://schemas.microsoft.com/office/drawing/2014/main" id="{7A7DAD2E-7C19-48EB-8D7B-3BB383FD3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8587331" y="1907445"/>
              <a:ext cx="610238" cy="3632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6484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51684416-AFA8-38B1-BFAB-C4B5CACB2A28}"/>
              </a:ext>
            </a:extLst>
          </p:cNvPr>
          <p:cNvSpPr/>
          <p:nvPr/>
        </p:nvSpPr>
        <p:spPr>
          <a:xfrm>
            <a:off x="2177936" y="250857"/>
            <a:ext cx="5039750" cy="3430362"/>
          </a:xfrm>
          <a:prstGeom prst="roundRect">
            <a:avLst/>
          </a:prstGeom>
          <a:solidFill>
            <a:srgbClr val="00B7FF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ABBCC4-AE32-505A-EE9D-2C9C7A784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47" y="3176776"/>
            <a:ext cx="599884" cy="50444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CBCE8BB-4196-006E-5BFE-7C83269CA210}"/>
              </a:ext>
            </a:extLst>
          </p:cNvPr>
          <p:cNvCxnSpPr>
            <a:cxnSpLocks/>
          </p:cNvCxnSpPr>
          <p:nvPr/>
        </p:nvCxnSpPr>
        <p:spPr>
          <a:xfrm>
            <a:off x="1828800" y="3429000"/>
            <a:ext cx="578580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E56195-6BA2-6B2E-5003-D5382FB6B99C}"/>
              </a:ext>
            </a:extLst>
          </p:cNvPr>
          <p:cNvCxnSpPr>
            <a:cxnSpLocks/>
          </p:cNvCxnSpPr>
          <p:nvPr/>
        </p:nvCxnSpPr>
        <p:spPr>
          <a:xfrm>
            <a:off x="1828800" y="858078"/>
            <a:ext cx="578580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A60E79A-6A9B-E64B-88BB-F560BC30B52D}"/>
              </a:ext>
            </a:extLst>
          </p:cNvPr>
          <p:cNvCxnSpPr>
            <a:cxnSpLocks/>
          </p:cNvCxnSpPr>
          <p:nvPr/>
        </p:nvCxnSpPr>
        <p:spPr>
          <a:xfrm>
            <a:off x="1828800" y="1480930"/>
            <a:ext cx="578580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B09AD5B-20C3-7106-1EFE-78259F8CE04D}"/>
              </a:ext>
            </a:extLst>
          </p:cNvPr>
          <p:cNvCxnSpPr>
            <a:cxnSpLocks/>
          </p:cNvCxnSpPr>
          <p:nvPr/>
        </p:nvCxnSpPr>
        <p:spPr>
          <a:xfrm>
            <a:off x="1828800" y="2358856"/>
            <a:ext cx="578580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731CD6B4-BECC-3070-044B-4E58DD652858}"/>
              </a:ext>
            </a:extLst>
          </p:cNvPr>
          <p:cNvGrpSpPr/>
          <p:nvPr/>
        </p:nvGrpSpPr>
        <p:grpSpPr>
          <a:xfrm>
            <a:off x="2433644" y="537773"/>
            <a:ext cx="616689" cy="3005532"/>
            <a:chOff x="8617985" y="119872"/>
            <a:chExt cx="616689" cy="300553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D20808C-D633-45A5-E58C-0281C7719306}"/>
                </a:ext>
              </a:extLst>
            </p:cNvPr>
            <p:cNvGrpSpPr/>
            <p:nvPr/>
          </p:nvGrpSpPr>
          <p:grpSpPr>
            <a:xfrm>
              <a:off x="8617985" y="119872"/>
              <a:ext cx="616689" cy="616689"/>
              <a:chOff x="8537943" y="588877"/>
              <a:chExt cx="616689" cy="616689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5991621-2D2C-0408-16A6-B594EDE23DA2}"/>
                  </a:ext>
                </a:extLst>
              </p:cNvPr>
              <p:cNvSpPr/>
              <p:nvPr/>
            </p:nvSpPr>
            <p:spPr>
              <a:xfrm>
                <a:off x="8537943" y="588877"/>
                <a:ext cx="616689" cy="61668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E900432-8AFD-C30F-6FAD-C190E6A257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8647663" y="763932"/>
                <a:ext cx="397250" cy="315762"/>
              </a:xfrm>
              <a:prstGeom prst="rect">
                <a:avLst/>
              </a:prstGeom>
            </p:spPr>
          </p:pic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61D0C87-9242-B04E-9134-CEBF557B664F}"/>
                </a:ext>
              </a:extLst>
            </p:cNvPr>
            <p:cNvCxnSpPr>
              <a:cxnSpLocks/>
              <a:stCxn id="13" idx="2"/>
              <a:endCxn id="12" idx="0"/>
            </p:cNvCxnSpPr>
            <p:nvPr/>
          </p:nvCxnSpPr>
          <p:spPr>
            <a:xfrm>
              <a:off x="8926330" y="736561"/>
              <a:ext cx="0" cy="216023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0BBC206-F774-DAC7-8666-8AEC6E351118}"/>
                </a:ext>
              </a:extLst>
            </p:cNvPr>
            <p:cNvSpPr/>
            <p:nvPr/>
          </p:nvSpPr>
          <p:spPr>
            <a:xfrm>
              <a:off x="8812025" y="2896794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89A0F48-ACC7-0990-82B4-762F77F61D2B}"/>
              </a:ext>
            </a:extLst>
          </p:cNvPr>
          <p:cNvGrpSpPr/>
          <p:nvPr/>
        </p:nvGrpSpPr>
        <p:grpSpPr>
          <a:xfrm>
            <a:off x="3682962" y="1163888"/>
            <a:ext cx="616689" cy="2379417"/>
            <a:chOff x="8617985" y="119872"/>
            <a:chExt cx="616689" cy="237941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3FE03EF-FDBF-BF7C-168A-B03DC40A6F3D}"/>
                </a:ext>
              </a:extLst>
            </p:cNvPr>
            <p:cNvGrpSpPr/>
            <p:nvPr/>
          </p:nvGrpSpPr>
          <p:grpSpPr>
            <a:xfrm>
              <a:off x="8617985" y="119872"/>
              <a:ext cx="616689" cy="616689"/>
              <a:chOff x="8537943" y="588877"/>
              <a:chExt cx="616689" cy="616689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E8070C7-89C1-EA54-2631-135BD39EEFDA}"/>
                  </a:ext>
                </a:extLst>
              </p:cNvPr>
              <p:cNvSpPr/>
              <p:nvPr/>
            </p:nvSpPr>
            <p:spPr>
              <a:xfrm>
                <a:off x="8537943" y="588877"/>
                <a:ext cx="616689" cy="61668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98AD990D-0927-9440-FA64-FD92C2E724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/>
              <a:stretch/>
            </p:blipFill>
            <p:spPr>
              <a:xfrm>
                <a:off x="8647663" y="767879"/>
                <a:ext cx="397250" cy="307868"/>
              </a:xfrm>
              <a:prstGeom prst="rect">
                <a:avLst/>
              </a:prstGeom>
            </p:spPr>
          </p:pic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836C6F1-2A8C-F61B-0378-F02EB3E1FF21}"/>
                </a:ext>
              </a:extLst>
            </p:cNvPr>
            <p:cNvCxnSpPr>
              <a:cxnSpLocks/>
              <a:stCxn id="33" idx="2"/>
              <a:endCxn id="32" idx="0"/>
            </p:cNvCxnSpPr>
            <p:nvPr/>
          </p:nvCxnSpPr>
          <p:spPr>
            <a:xfrm>
              <a:off x="8926330" y="736561"/>
              <a:ext cx="0" cy="153411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EE9D56A-314C-7C38-6B44-5F17B98521BC}"/>
                </a:ext>
              </a:extLst>
            </p:cNvPr>
            <p:cNvSpPr/>
            <p:nvPr/>
          </p:nvSpPr>
          <p:spPr>
            <a:xfrm>
              <a:off x="8812025" y="2270679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88F5EB1-0DDC-6F22-D948-9E57D596637E}"/>
              </a:ext>
            </a:extLst>
          </p:cNvPr>
          <p:cNvGrpSpPr/>
          <p:nvPr/>
        </p:nvGrpSpPr>
        <p:grpSpPr>
          <a:xfrm>
            <a:off x="6325296" y="2041562"/>
            <a:ext cx="616689" cy="1501743"/>
            <a:chOff x="8617985" y="983050"/>
            <a:chExt cx="616689" cy="150174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3D4CEC9-35D0-423E-34B7-7CD6AC373BD5}"/>
                </a:ext>
              </a:extLst>
            </p:cNvPr>
            <p:cNvGrpSpPr/>
            <p:nvPr/>
          </p:nvGrpSpPr>
          <p:grpSpPr>
            <a:xfrm>
              <a:off x="8617985" y="983050"/>
              <a:ext cx="616689" cy="616689"/>
              <a:chOff x="8537943" y="1452055"/>
              <a:chExt cx="616689" cy="616689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5B4CAD4-A5E9-A708-0C88-05059548F521}"/>
                  </a:ext>
                </a:extLst>
              </p:cNvPr>
              <p:cNvSpPr/>
              <p:nvPr/>
            </p:nvSpPr>
            <p:spPr>
              <a:xfrm>
                <a:off x="8537943" y="1452055"/>
                <a:ext cx="616689" cy="61668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F25CB768-B48C-A875-D93A-ED990861A3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/>
              <a:stretch/>
            </p:blipFill>
            <p:spPr>
              <a:xfrm>
                <a:off x="8662560" y="1631057"/>
                <a:ext cx="367455" cy="307868"/>
              </a:xfrm>
              <a:prstGeom prst="rect">
                <a:avLst/>
              </a:prstGeom>
            </p:spPr>
          </p:pic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01CDB19-3845-F659-9B62-9E89DEB3B141}"/>
                </a:ext>
              </a:extLst>
            </p:cNvPr>
            <p:cNvCxnSpPr>
              <a:cxnSpLocks/>
              <a:stCxn id="43" idx="2"/>
              <a:endCxn id="42" idx="0"/>
            </p:cNvCxnSpPr>
            <p:nvPr/>
          </p:nvCxnSpPr>
          <p:spPr>
            <a:xfrm>
              <a:off x="8926330" y="1599739"/>
              <a:ext cx="0" cy="6564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7E8ECEC-4016-72F6-4AD3-191BA8C9F555}"/>
                </a:ext>
              </a:extLst>
            </p:cNvPr>
            <p:cNvSpPr/>
            <p:nvPr/>
          </p:nvSpPr>
          <p:spPr>
            <a:xfrm>
              <a:off x="8812025" y="2256183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CEF57C5-2146-7EEB-C249-8EE7E06BCFAA}"/>
              </a:ext>
            </a:extLst>
          </p:cNvPr>
          <p:cNvGrpSpPr/>
          <p:nvPr/>
        </p:nvGrpSpPr>
        <p:grpSpPr>
          <a:xfrm>
            <a:off x="7615754" y="3120655"/>
            <a:ext cx="659625" cy="616689"/>
            <a:chOff x="8537944" y="1831553"/>
            <a:chExt cx="659625" cy="616689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2056913-FEA4-E05A-EF31-8EBE309C23FC}"/>
                </a:ext>
              </a:extLst>
            </p:cNvPr>
            <p:cNvSpPr/>
            <p:nvPr/>
          </p:nvSpPr>
          <p:spPr>
            <a:xfrm>
              <a:off x="8537944" y="1831553"/>
              <a:ext cx="616689" cy="616689"/>
            </a:xfrm>
            <a:prstGeom prst="rect">
              <a:avLst/>
            </a:prstGeom>
            <a:solidFill>
              <a:srgbClr val="8DFB84">
                <a:alpha val="50196"/>
              </a:srgb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E661FB8-F080-E90F-70C8-9C3648B11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587331" y="1838173"/>
              <a:ext cx="610238" cy="363237"/>
            </a:xfrm>
            <a:prstGeom prst="rect">
              <a:avLst/>
            </a:prstGeom>
          </p:spPr>
        </p:pic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231CE840-645B-01E7-6A2A-B542455DA1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9114" y="3539324"/>
            <a:ext cx="169968" cy="146524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4E7D85BD-2C91-174F-6270-2FB5A4B57A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5134986" y="1898541"/>
            <a:ext cx="439278" cy="5936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BA6E658B-ACCD-5B91-2E4B-B496055BEF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4986" y="2864247"/>
            <a:ext cx="439278" cy="59362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35AEE3BD-7938-30C7-6B6E-F9610ABA85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0295" y="381841"/>
            <a:ext cx="366832" cy="34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3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63F4E-9AA3-E043-AEA0-53C1E14E6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7CEB226-2916-4275-19E1-8589BBB1142D}"/>
              </a:ext>
            </a:extLst>
          </p:cNvPr>
          <p:cNvCxnSpPr>
            <a:cxnSpLocks/>
          </p:cNvCxnSpPr>
          <p:nvPr/>
        </p:nvCxnSpPr>
        <p:spPr>
          <a:xfrm>
            <a:off x="1828800" y="3429000"/>
            <a:ext cx="597459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3CA199-EFCA-0E77-0E52-0E60418A9238}"/>
              </a:ext>
            </a:extLst>
          </p:cNvPr>
          <p:cNvCxnSpPr>
            <a:cxnSpLocks/>
          </p:cNvCxnSpPr>
          <p:nvPr/>
        </p:nvCxnSpPr>
        <p:spPr>
          <a:xfrm>
            <a:off x="1828800" y="2358856"/>
            <a:ext cx="597459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90B3CAC5-7AA0-0894-DA20-293707932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923" y="1851256"/>
            <a:ext cx="439278" cy="5936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5BDA3E-50AE-7275-B889-57814A741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747" y="2099091"/>
            <a:ext cx="599884" cy="50444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566E6BEB-DC07-647C-630F-6BF079DB227C}"/>
              </a:ext>
            </a:extLst>
          </p:cNvPr>
          <p:cNvGrpSpPr/>
          <p:nvPr/>
        </p:nvGrpSpPr>
        <p:grpSpPr>
          <a:xfrm>
            <a:off x="3322668" y="1403017"/>
            <a:ext cx="228610" cy="1070144"/>
            <a:chOff x="8812025" y="2055260"/>
            <a:chExt cx="228610" cy="1070144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5EADBF2-676C-D566-A414-0E944858F817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>
              <a:off x="8926330" y="2055260"/>
              <a:ext cx="0" cy="8415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5D3482F-A210-2805-CB2D-668D2D9E3C49}"/>
                </a:ext>
              </a:extLst>
            </p:cNvPr>
            <p:cNvSpPr/>
            <p:nvPr/>
          </p:nvSpPr>
          <p:spPr>
            <a:xfrm>
              <a:off x="8812025" y="2896794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ABE98C8-AA99-F634-41D7-663A812E467B}"/>
              </a:ext>
            </a:extLst>
          </p:cNvPr>
          <p:cNvGrpSpPr/>
          <p:nvPr/>
        </p:nvGrpSpPr>
        <p:grpSpPr>
          <a:xfrm>
            <a:off x="4193417" y="1403017"/>
            <a:ext cx="228610" cy="1070144"/>
            <a:chOff x="8812025" y="2055260"/>
            <a:chExt cx="228610" cy="107014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AC0E285-2BDA-AEF9-6A4F-BC3AEE80852F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>
              <a:off x="8926330" y="2055260"/>
              <a:ext cx="0" cy="8415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370EA4F-BE8E-A18E-C57E-D06D787EBDCC}"/>
                </a:ext>
              </a:extLst>
            </p:cNvPr>
            <p:cNvSpPr/>
            <p:nvPr/>
          </p:nvSpPr>
          <p:spPr>
            <a:xfrm>
              <a:off x="8812025" y="2896794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28313D0-9638-3764-4D71-EE9FA5823C13}"/>
              </a:ext>
            </a:extLst>
          </p:cNvPr>
          <p:cNvGrpSpPr/>
          <p:nvPr/>
        </p:nvGrpSpPr>
        <p:grpSpPr>
          <a:xfrm>
            <a:off x="5205096" y="1403017"/>
            <a:ext cx="228610" cy="1070144"/>
            <a:chOff x="8812025" y="2055260"/>
            <a:chExt cx="228610" cy="1070144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A08F155-007D-2CF1-6893-D9EE314B08C4}"/>
                </a:ext>
              </a:extLst>
            </p:cNvPr>
            <p:cNvCxnSpPr>
              <a:cxnSpLocks/>
              <a:endCxn id="46" idx="0"/>
            </p:cNvCxnSpPr>
            <p:nvPr/>
          </p:nvCxnSpPr>
          <p:spPr>
            <a:xfrm>
              <a:off x="8926330" y="2055260"/>
              <a:ext cx="0" cy="8415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D199F32-D711-7CC2-53BE-98C169F08A98}"/>
                </a:ext>
              </a:extLst>
            </p:cNvPr>
            <p:cNvSpPr/>
            <p:nvPr/>
          </p:nvSpPr>
          <p:spPr>
            <a:xfrm>
              <a:off x="8812025" y="2896794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982275D-35C2-4A40-EF80-297161905DD6}"/>
              </a:ext>
            </a:extLst>
          </p:cNvPr>
          <p:cNvGrpSpPr/>
          <p:nvPr/>
        </p:nvGrpSpPr>
        <p:grpSpPr>
          <a:xfrm>
            <a:off x="6184435" y="1403017"/>
            <a:ext cx="228610" cy="1070144"/>
            <a:chOff x="8812025" y="2055260"/>
            <a:chExt cx="228610" cy="1070144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3491E40-2486-2BCA-2020-52F4A751C099}"/>
                </a:ext>
              </a:extLst>
            </p:cNvPr>
            <p:cNvCxnSpPr>
              <a:cxnSpLocks/>
              <a:endCxn id="49" idx="0"/>
            </p:cNvCxnSpPr>
            <p:nvPr/>
          </p:nvCxnSpPr>
          <p:spPr>
            <a:xfrm>
              <a:off x="8926330" y="2055260"/>
              <a:ext cx="0" cy="8415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7A1D0A8-27B8-348B-D54B-B34CED9B491F}"/>
                </a:ext>
              </a:extLst>
            </p:cNvPr>
            <p:cNvSpPr/>
            <p:nvPr/>
          </p:nvSpPr>
          <p:spPr>
            <a:xfrm>
              <a:off x="8812025" y="2896794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1BA6343-95D8-507A-D45E-B58FAF5472F9}"/>
              </a:ext>
            </a:extLst>
          </p:cNvPr>
          <p:cNvGrpSpPr/>
          <p:nvPr/>
        </p:nvGrpSpPr>
        <p:grpSpPr>
          <a:xfrm>
            <a:off x="7803397" y="2042970"/>
            <a:ext cx="659625" cy="616689"/>
            <a:chOff x="7803397" y="3120655"/>
            <a:chExt cx="659625" cy="61668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FDA53DA-267E-0173-F5CA-63CC04080267}"/>
                </a:ext>
              </a:extLst>
            </p:cNvPr>
            <p:cNvGrpSpPr/>
            <p:nvPr/>
          </p:nvGrpSpPr>
          <p:grpSpPr>
            <a:xfrm>
              <a:off x="7803397" y="3120655"/>
              <a:ext cx="659625" cy="616689"/>
              <a:chOff x="8537944" y="1831553"/>
              <a:chExt cx="659625" cy="616689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F8B699A-BC61-BF7B-A01B-520194639758}"/>
                  </a:ext>
                </a:extLst>
              </p:cNvPr>
              <p:cNvSpPr/>
              <p:nvPr/>
            </p:nvSpPr>
            <p:spPr>
              <a:xfrm>
                <a:off x="8537944" y="1831553"/>
                <a:ext cx="616689" cy="616689"/>
              </a:xfrm>
              <a:prstGeom prst="rect">
                <a:avLst/>
              </a:prstGeom>
              <a:solidFill>
                <a:srgbClr val="8DFB84">
                  <a:alpha val="50196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3" name="Picture 57">
                <a:extLst>
                  <a:ext uri="{FF2B5EF4-FFF2-40B4-BE49-F238E27FC236}">
                    <a16:creationId xmlns:a16="http://schemas.microsoft.com/office/drawing/2014/main" id="{EF113D10-1ECF-6B0C-D177-8A854B0860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8587331" y="1838173"/>
                <a:ext cx="610238" cy="363237"/>
              </a:xfrm>
              <a:prstGeom prst="rect">
                <a:avLst/>
              </a:prstGeom>
            </p:spPr>
          </p:pic>
        </p:grp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CB034C19-CA52-1A0E-5CEE-6ACF51916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26757" y="3539324"/>
              <a:ext cx="169968" cy="146524"/>
            </a:xfrm>
            <a:prstGeom prst="rect">
              <a:avLst/>
            </a:prstGeom>
          </p:spPr>
        </p:pic>
      </p:grpSp>
      <p:pic>
        <p:nvPicPr>
          <p:cNvPr id="64" name="Picture 63">
            <a:extLst>
              <a:ext uri="{FF2B5EF4-FFF2-40B4-BE49-F238E27FC236}">
                <a16:creationId xmlns:a16="http://schemas.microsoft.com/office/drawing/2014/main" id="{E3B7325E-0B77-C532-2A03-FDCFC5F24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217334" y="1023436"/>
            <a:ext cx="439278" cy="5936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4C836C5F-A778-AB47-D329-E2A4A7F68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087111" y="1023436"/>
            <a:ext cx="439278" cy="59362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871AF895-39B8-8B82-2326-C18E3BE64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099762" y="1023436"/>
            <a:ext cx="439278" cy="59362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BD4F63DB-6BFF-25BA-601F-DCD90D596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079101" y="1023436"/>
            <a:ext cx="439278" cy="59362"/>
          </a:xfrm>
          <a:prstGeom prst="rect">
            <a:avLst/>
          </a:prstGeom>
        </p:spPr>
      </p:pic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068F5370-BFAC-EA16-0483-3AF0EDCA917A}"/>
              </a:ext>
            </a:extLst>
          </p:cNvPr>
          <p:cNvSpPr/>
          <p:nvPr/>
        </p:nvSpPr>
        <p:spPr>
          <a:xfrm>
            <a:off x="3116287" y="445067"/>
            <a:ext cx="3458247" cy="2158467"/>
          </a:xfrm>
          <a:prstGeom prst="roundRect">
            <a:avLst/>
          </a:prstGeom>
          <a:solidFill>
            <a:srgbClr val="00B7FF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D1307625-8EAD-FB78-5C80-399D4F44BF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0146" y="571380"/>
            <a:ext cx="366832" cy="345253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45C4103C-9288-F06B-556F-B3B0BCC0719E}"/>
              </a:ext>
            </a:extLst>
          </p:cNvPr>
          <p:cNvGrpSpPr/>
          <p:nvPr/>
        </p:nvGrpSpPr>
        <p:grpSpPr>
          <a:xfrm>
            <a:off x="2369802" y="2244551"/>
            <a:ext cx="404274" cy="1383307"/>
            <a:chOff x="2602207" y="4916632"/>
            <a:chExt cx="404274" cy="1383307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9B8812C6-1DE0-9033-79C9-805B983F70C7}"/>
                </a:ext>
              </a:extLst>
            </p:cNvPr>
            <p:cNvGrpSpPr/>
            <p:nvPr/>
          </p:nvGrpSpPr>
          <p:grpSpPr>
            <a:xfrm>
              <a:off x="2602207" y="4916632"/>
              <a:ext cx="404274" cy="1383307"/>
              <a:chOff x="2373597" y="2247830"/>
              <a:chExt cx="404274" cy="138330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9B5E18DE-D5FA-94C0-562E-781EAFED12C7}"/>
                  </a:ext>
                </a:extLst>
              </p:cNvPr>
              <p:cNvGrpSpPr/>
              <p:nvPr/>
            </p:nvGrpSpPr>
            <p:grpSpPr>
              <a:xfrm>
                <a:off x="2373597" y="2476440"/>
                <a:ext cx="404274" cy="1154697"/>
                <a:chOff x="8724193" y="2058539"/>
                <a:chExt cx="404274" cy="1154697"/>
              </a:xfrm>
            </p:grpSpPr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ECDCD244-9BC4-8C5B-8B97-BBDF8895D7DC}"/>
                    </a:ext>
                  </a:extLst>
                </p:cNvPr>
                <p:cNvCxnSpPr>
                  <a:cxnSpLocks/>
                  <a:stCxn id="84" idx="4"/>
                  <a:endCxn id="86" idx="0"/>
                </p:cNvCxnSpPr>
                <p:nvPr/>
              </p:nvCxnSpPr>
              <p:spPr>
                <a:xfrm flipV="1">
                  <a:off x="8926330" y="2058539"/>
                  <a:ext cx="0" cy="75042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14BB2A57-FBB8-9D4F-A6F6-D4483E6121D3}"/>
                    </a:ext>
                  </a:extLst>
                </p:cNvPr>
                <p:cNvSpPr/>
                <p:nvPr/>
              </p:nvSpPr>
              <p:spPr>
                <a:xfrm>
                  <a:off x="8724193" y="2808962"/>
                  <a:ext cx="404274" cy="40427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8FEF6CD-62D4-27A1-3AC8-B9AAFBFADCB8}"/>
                  </a:ext>
                </a:extLst>
              </p:cNvPr>
              <p:cNvSpPr/>
              <p:nvPr/>
            </p:nvSpPr>
            <p:spPr>
              <a:xfrm>
                <a:off x="2461429" y="2247830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F07B373-BCEF-96F4-4D2F-280C5B4285BF}"/>
                </a:ext>
              </a:extLst>
            </p:cNvPr>
            <p:cNvCxnSpPr>
              <a:cxnSpLocks/>
              <a:stCxn id="86" idx="6"/>
              <a:endCxn id="86" idx="2"/>
            </p:cNvCxnSpPr>
            <p:nvPr/>
          </p:nvCxnSpPr>
          <p:spPr>
            <a:xfrm flipH="1">
              <a:off x="2602207" y="6097802"/>
              <a:ext cx="40427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1E2CF4B-55AF-CCE3-858C-3DEE14791BDB}"/>
                </a:ext>
              </a:extLst>
            </p:cNvPr>
            <p:cNvCxnSpPr>
              <a:cxnSpLocks/>
              <a:stCxn id="86" idx="0"/>
              <a:endCxn id="86" idx="4"/>
            </p:cNvCxnSpPr>
            <p:nvPr/>
          </p:nvCxnSpPr>
          <p:spPr>
            <a:xfrm>
              <a:off x="2804344" y="5895665"/>
              <a:ext cx="0" cy="4042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037E561-656C-460E-99A8-A079DFD5C226}"/>
              </a:ext>
            </a:extLst>
          </p:cNvPr>
          <p:cNvGrpSpPr/>
          <p:nvPr/>
        </p:nvGrpSpPr>
        <p:grpSpPr>
          <a:xfrm>
            <a:off x="6853047" y="2244551"/>
            <a:ext cx="404274" cy="1383307"/>
            <a:chOff x="2602207" y="4916632"/>
            <a:chExt cx="404274" cy="1383307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3C97301E-B9F2-5C48-70CD-A8EDAFC0B5E3}"/>
                </a:ext>
              </a:extLst>
            </p:cNvPr>
            <p:cNvGrpSpPr/>
            <p:nvPr/>
          </p:nvGrpSpPr>
          <p:grpSpPr>
            <a:xfrm>
              <a:off x="2602207" y="4916632"/>
              <a:ext cx="404274" cy="1383307"/>
              <a:chOff x="2373597" y="2247830"/>
              <a:chExt cx="404274" cy="1383307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B3E35B1F-20C2-AA62-CC6F-6CF6BF4FBC55}"/>
                  </a:ext>
                </a:extLst>
              </p:cNvPr>
              <p:cNvGrpSpPr/>
              <p:nvPr/>
            </p:nvGrpSpPr>
            <p:grpSpPr>
              <a:xfrm>
                <a:off x="2373597" y="2476440"/>
                <a:ext cx="404274" cy="1154697"/>
                <a:chOff x="8724193" y="2058539"/>
                <a:chExt cx="404274" cy="1154697"/>
              </a:xfrm>
            </p:grpSpPr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859CBF66-1CAB-AB27-5E71-3A77D745A0C1}"/>
                    </a:ext>
                  </a:extLst>
                </p:cNvPr>
                <p:cNvCxnSpPr>
                  <a:cxnSpLocks/>
                  <a:stCxn id="100" idx="4"/>
                  <a:endCxn id="102" idx="0"/>
                </p:cNvCxnSpPr>
                <p:nvPr/>
              </p:nvCxnSpPr>
              <p:spPr>
                <a:xfrm flipV="1">
                  <a:off x="8926330" y="2058539"/>
                  <a:ext cx="0" cy="75042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857DF20F-EEC5-E56E-5BEE-48142366440D}"/>
                    </a:ext>
                  </a:extLst>
                </p:cNvPr>
                <p:cNvSpPr/>
                <p:nvPr/>
              </p:nvSpPr>
              <p:spPr>
                <a:xfrm>
                  <a:off x="8724193" y="2808962"/>
                  <a:ext cx="404274" cy="40427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638A25B9-98BA-E7FE-3509-35AC998A06B4}"/>
                  </a:ext>
                </a:extLst>
              </p:cNvPr>
              <p:cNvSpPr/>
              <p:nvPr/>
            </p:nvSpPr>
            <p:spPr>
              <a:xfrm>
                <a:off x="2461429" y="2247830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5801E30-8B6A-F214-3DEC-7D822865AF5D}"/>
                </a:ext>
              </a:extLst>
            </p:cNvPr>
            <p:cNvCxnSpPr>
              <a:cxnSpLocks/>
              <a:stCxn id="102" idx="6"/>
              <a:endCxn id="102" idx="2"/>
            </p:cNvCxnSpPr>
            <p:nvPr/>
          </p:nvCxnSpPr>
          <p:spPr>
            <a:xfrm flipH="1">
              <a:off x="2602207" y="6097802"/>
              <a:ext cx="40427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2E5FF6F3-41F2-A8BA-24EB-1E39FD6BE377}"/>
                </a:ext>
              </a:extLst>
            </p:cNvPr>
            <p:cNvCxnSpPr>
              <a:cxnSpLocks/>
              <a:stCxn id="102" idx="0"/>
              <a:endCxn id="102" idx="4"/>
            </p:cNvCxnSpPr>
            <p:nvPr/>
          </p:nvCxnSpPr>
          <p:spPr>
            <a:xfrm>
              <a:off x="2804344" y="5895665"/>
              <a:ext cx="0" cy="4042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4" name="Picture 103">
            <a:extLst>
              <a:ext uri="{FF2B5EF4-FFF2-40B4-BE49-F238E27FC236}">
                <a16:creationId xmlns:a16="http://schemas.microsoft.com/office/drawing/2014/main" id="{D0BFF91D-1A4F-D719-0820-54B004124B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746" y="3176776"/>
            <a:ext cx="477181" cy="504448"/>
          </a:xfrm>
          <a:prstGeom prst="rect">
            <a:avLst/>
          </a:prstGeom>
        </p:spPr>
      </p:pic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261E1A4-3261-E808-2734-EF036E3CA021}"/>
              </a:ext>
            </a:extLst>
          </p:cNvPr>
          <p:cNvGrpSpPr/>
          <p:nvPr/>
        </p:nvGrpSpPr>
        <p:grpSpPr>
          <a:xfrm>
            <a:off x="7803397" y="3120655"/>
            <a:ext cx="659625" cy="616689"/>
            <a:chOff x="7803397" y="3120655"/>
            <a:chExt cx="659625" cy="616689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12A53A91-9F02-CACA-CE50-AD243208769C}"/>
                </a:ext>
              </a:extLst>
            </p:cNvPr>
            <p:cNvGrpSpPr/>
            <p:nvPr/>
          </p:nvGrpSpPr>
          <p:grpSpPr>
            <a:xfrm>
              <a:off x="7803397" y="3120655"/>
              <a:ext cx="659625" cy="616689"/>
              <a:chOff x="8537944" y="1831553"/>
              <a:chExt cx="659625" cy="616689"/>
            </a:xfrm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65C495A8-1086-6CCA-5000-B5F0B4FD4F2B}"/>
                  </a:ext>
                </a:extLst>
              </p:cNvPr>
              <p:cNvSpPr/>
              <p:nvPr/>
            </p:nvSpPr>
            <p:spPr>
              <a:xfrm>
                <a:off x="8537944" y="1831553"/>
                <a:ext cx="616689" cy="616689"/>
              </a:xfrm>
              <a:prstGeom prst="rect">
                <a:avLst/>
              </a:prstGeom>
              <a:solidFill>
                <a:srgbClr val="FF2161">
                  <a:alpha val="50196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14" name="Picture 57">
                <a:extLst>
                  <a:ext uri="{FF2B5EF4-FFF2-40B4-BE49-F238E27FC236}">
                    <a16:creationId xmlns:a16="http://schemas.microsoft.com/office/drawing/2014/main" id="{27039161-CBAD-AE2C-76AC-290D5BBF37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8587331" y="1838173"/>
                <a:ext cx="610238" cy="363237"/>
              </a:xfrm>
              <a:prstGeom prst="rect">
                <a:avLst/>
              </a:prstGeom>
            </p:spPr>
          </p:pic>
        </p:grp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954E9009-BE9F-C302-895E-0A9106594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8047270" y="3539324"/>
              <a:ext cx="128941" cy="1465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4127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C9A99-9982-24EB-64F9-B4F8D56E9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424D3314-4487-F7B8-C9DE-0558F44755AF}"/>
              </a:ext>
            </a:extLst>
          </p:cNvPr>
          <p:cNvSpPr/>
          <p:nvPr/>
        </p:nvSpPr>
        <p:spPr>
          <a:xfrm>
            <a:off x="2927456" y="421379"/>
            <a:ext cx="3890310" cy="2189702"/>
          </a:xfrm>
          <a:prstGeom prst="roundRect">
            <a:avLst/>
          </a:prstGeom>
          <a:solidFill>
            <a:srgbClr val="00B7FF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20F35256-4AB4-451A-C620-111654AECD48}"/>
              </a:ext>
            </a:extLst>
          </p:cNvPr>
          <p:cNvSpPr/>
          <p:nvPr/>
        </p:nvSpPr>
        <p:spPr>
          <a:xfrm>
            <a:off x="2927456" y="3176777"/>
            <a:ext cx="3890310" cy="2189702"/>
          </a:xfrm>
          <a:prstGeom prst="roundRect">
            <a:avLst/>
          </a:prstGeom>
          <a:solidFill>
            <a:srgbClr val="FF7F00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C59117-0BD0-2D55-5D37-0FAE0BDCD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47" y="3176776"/>
            <a:ext cx="599884" cy="50444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A7AD92-9450-0FE1-9507-251FE1B87CDA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1828800" y="3429000"/>
            <a:ext cx="607508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4EBC3DB-6E36-4EB7-F19E-C3A38539311F}"/>
              </a:ext>
            </a:extLst>
          </p:cNvPr>
          <p:cNvCxnSpPr>
            <a:cxnSpLocks/>
          </p:cNvCxnSpPr>
          <p:nvPr/>
        </p:nvCxnSpPr>
        <p:spPr>
          <a:xfrm>
            <a:off x="1828800" y="2358856"/>
            <a:ext cx="607508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DA89472-9DAB-4857-6229-A92D5DBCD389}"/>
              </a:ext>
            </a:extLst>
          </p:cNvPr>
          <p:cNvGrpSpPr/>
          <p:nvPr/>
        </p:nvGrpSpPr>
        <p:grpSpPr>
          <a:xfrm>
            <a:off x="7903883" y="3120655"/>
            <a:ext cx="659625" cy="616689"/>
            <a:chOff x="7803397" y="3120655"/>
            <a:chExt cx="659625" cy="616689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40254590-4F8E-76BE-CF31-0AE3B364B4E0}"/>
                </a:ext>
              </a:extLst>
            </p:cNvPr>
            <p:cNvGrpSpPr/>
            <p:nvPr/>
          </p:nvGrpSpPr>
          <p:grpSpPr>
            <a:xfrm>
              <a:off x="7803397" y="3120655"/>
              <a:ext cx="659625" cy="616689"/>
              <a:chOff x="8537944" y="1831553"/>
              <a:chExt cx="659625" cy="616689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03180495-A358-B262-96D8-55783ED2907A}"/>
                  </a:ext>
                </a:extLst>
              </p:cNvPr>
              <p:cNvSpPr/>
              <p:nvPr/>
            </p:nvSpPr>
            <p:spPr>
              <a:xfrm>
                <a:off x="8537944" y="1831553"/>
                <a:ext cx="616689" cy="616689"/>
              </a:xfrm>
              <a:prstGeom prst="rect">
                <a:avLst/>
              </a:prstGeom>
              <a:solidFill>
                <a:srgbClr val="8DFB84">
                  <a:alpha val="50196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09BEC44B-1536-68E0-E14F-7506F0D7C1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8587331" y="1838173"/>
                <a:ext cx="610238" cy="363237"/>
              </a:xfrm>
              <a:prstGeom prst="rect">
                <a:avLst/>
              </a:prstGeom>
            </p:spPr>
          </p:pic>
        </p:grp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B0AFABDB-2D7E-6121-AF30-8CF8F2963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26757" y="3539324"/>
              <a:ext cx="169968" cy="146524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7E3FB57-4158-B5E5-EC37-227CF5DEA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47" y="2099091"/>
            <a:ext cx="599884" cy="50444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DAC0609-6D62-404A-B5CF-BA2BD49BE4AB}"/>
              </a:ext>
            </a:extLst>
          </p:cNvPr>
          <p:cNvGrpSpPr/>
          <p:nvPr/>
        </p:nvGrpSpPr>
        <p:grpSpPr>
          <a:xfrm>
            <a:off x="2461429" y="2244551"/>
            <a:ext cx="228610" cy="1298754"/>
            <a:chOff x="2461429" y="2244551"/>
            <a:chExt cx="228610" cy="129875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4038102-599F-95DA-F53D-94ED8628E220}"/>
                </a:ext>
              </a:extLst>
            </p:cNvPr>
            <p:cNvGrpSpPr/>
            <p:nvPr/>
          </p:nvGrpSpPr>
          <p:grpSpPr>
            <a:xfrm>
              <a:off x="2461429" y="2473161"/>
              <a:ext cx="228610" cy="1070144"/>
              <a:chOff x="8812025" y="2055260"/>
              <a:chExt cx="228610" cy="1070144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E5255E4-A33F-AA88-1666-F0384F1647D0}"/>
                  </a:ext>
                </a:extLst>
              </p:cNvPr>
              <p:cNvCxnSpPr>
                <a:cxnSpLocks/>
                <a:stCxn id="5" idx="4"/>
                <a:endCxn id="12" idx="0"/>
              </p:cNvCxnSpPr>
              <p:nvPr/>
            </p:nvCxnSpPr>
            <p:spPr>
              <a:xfrm>
                <a:off x="8926330" y="2055260"/>
                <a:ext cx="0" cy="84153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210EE87-4CA2-1CE8-6830-3D9328525B47}"/>
                  </a:ext>
                </a:extLst>
              </p:cNvPr>
              <p:cNvSpPr/>
              <p:nvPr/>
            </p:nvSpPr>
            <p:spPr>
              <a:xfrm>
                <a:off x="8812025" y="2896794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486849F-F9EB-C918-3D22-7567DE4B9AF5}"/>
                </a:ext>
              </a:extLst>
            </p:cNvPr>
            <p:cNvSpPr/>
            <p:nvPr/>
          </p:nvSpPr>
          <p:spPr>
            <a:xfrm>
              <a:off x="2461429" y="2244551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0370E6-4DC2-3221-ADFA-74A8C01F98A7}"/>
              </a:ext>
            </a:extLst>
          </p:cNvPr>
          <p:cNvGrpSpPr/>
          <p:nvPr/>
        </p:nvGrpSpPr>
        <p:grpSpPr>
          <a:xfrm>
            <a:off x="7030525" y="2244551"/>
            <a:ext cx="228610" cy="1298754"/>
            <a:chOff x="2461429" y="2244551"/>
            <a:chExt cx="228610" cy="129875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9800817-56EF-2402-B0CD-2D0DB4BC65E2}"/>
                </a:ext>
              </a:extLst>
            </p:cNvPr>
            <p:cNvGrpSpPr/>
            <p:nvPr/>
          </p:nvGrpSpPr>
          <p:grpSpPr>
            <a:xfrm>
              <a:off x="2461429" y="2473161"/>
              <a:ext cx="228610" cy="1070144"/>
              <a:chOff x="8812025" y="2055260"/>
              <a:chExt cx="228610" cy="1070144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8D8B1799-A77C-8ED4-160A-DD04F7E66A8B}"/>
                  </a:ext>
                </a:extLst>
              </p:cNvPr>
              <p:cNvCxnSpPr>
                <a:cxnSpLocks/>
                <a:stCxn id="21" idx="4"/>
                <a:endCxn id="23" idx="0"/>
              </p:cNvCxnSpPr>
              <p:nvPr/>
            </p:nvCxnSpPr>
            <p:spPr>
              <a:xfrm>
                <a:off x="8926330" y="2055260"/>
                <a:ext cx="0" cy="84153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1DEA1FD-389C-789B-488F-BD4FC8D01E7F}"/>
                  </a:ext>
                </a:extLst>
              </p:cNvPr>
              <p:cNvSpPr/>
              <p:nvPr/>
            </p:nvSpPr>
            <p:spPr>
              <a:xfrm>
                <a:off x="8812025" y="2896794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3D1695-D133-D3AC-17E9-4F4CB1BFD8AC}"/>
                </a:ext>
              </a:extLst>
            </p:cNvPr>
            <p:cNvSpPr/>
            <p:nvPr/>
          </p:nvSpPr>
          <p:spPr>
            <a:xfrm>
              <a:off x="2461429" y="2244551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D905E89-3FAD-AE35-6AAA-51873E9E4934}"/>
              </a:ext>
            </a:extLst>
          </p:cNvPr>
          <p:cNvGrpSpPr/>
          <p:nvPr/>
        </p:nvGrpSpPr>
        <p:grpSpPr>
          <a:xfrm>
            <a:off x="7903883" y="2050511"/>
            <a:ext cx="659625" cy="616689"/>
            <a:chOff x="7803397" y="3120655"/>
            <a:chExt cx="659625" cy="61668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8A74E20-B3AC-0806-C61E-C9CC52521B18}"/>
                </a:ext>
              </a:extLst>
            </p:cNvPr>
            <p:cNvGrpSpPr/>
            <p:nvPr/>
          </p:nvGrpSpPr>
          <p:grpSpPr>
            <a:xfrm>
              <a:off x="7803397" y="3120655"/>
              <a:ext cx="659625" cy="616689"/>
              <a:chOff x="8537944" y="1831553"/>
              <a:chExt cx="659625" cy="616689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3CBFA11D-9EFB-F000-55D3-8BF7CBE06E11}"/>
                  </a:ext>
                </a:extLst>
              </p:cNvPr>
              <p:cNvSpPr/>
              <p:nvPr/>
            </p:nvSpPr>
            <p:spPr>
              <a:xfrm>
                <a:off x="8537944" y="1831553"/>
                <a:ext cx="616689" cy="616689"/>
              </a:xfrm>
              <a:prstGeom prst="rect">
                <a:avLst/>
              </a:prstGeom>
              <a:solidFill>
                <a:srgbClr val="8DFB84">
                  <a:alpha val="50196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3" name="Picture 57">
                <a:extLst>
                  <a:ext uri="{FF2B5EF4-FFF2-40B4-BE49-F238E27FC236}">
                    <a16:creationId xmlns:a16="http://schemas.microsoft.com/office/drawing/2014/main" id="{0373F57F-9DA9-F4B8-7344-C2CAEDE0BA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8587331" y="1838173"/>
                <a:ext cx="610238" cy="363237"/>
              </a:xfrm>
              <a:prstGeom prst="rect">
                <a:avLst/>
              </a:prstGeom>
            </p:spPr>
          </p:pic>
        </p:grp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A5679B79-F6B2-165E-7DBA-DA9EFD914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26757" y="3539324"/>
              <a:ext cx="169968" cy="146524"/>
            </a:xfrm>
            <a:prstGeom prst="rect">
              <a:avLst/>
            </a:prstGeom>
          </p:spPr>
        </p:pic>
      </p:grpSp>
      <p:pic>
        <p:nvPicPr>
          <p:cNvPr id="66" name="Picture 65">
            <a:extLst>
              <a:ext uri="{FF2B5EF4-FFF2-40B4-BE49-F238E27FC236}">
                <a16:creationId xmlns:a16="http://schemas.microsoft.com/office/drawing/2014/main" id="{7BF2EEB4-2A9E-F45E-F7DE-659DA7ED64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3923" y="1958671"/>
            <a:ext cx="439278" cy="59362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041EBEF-FCCC-C38F-9A1E-00A5EA5FA2C7}"/>
              </a:ext>
            </a:extLst>
          </p:cNvPr>
          <p:cNvGrpSpPr/>
          <p:nvPr/>
        </p:nvGrpSpPr>
        <p:grpSpPr>
          <a:xfrm>
            <a:off x="3322668" y="1403017"/>
            <a:ext cx="228610" cy="1070144"/>
            <a:chOff x="8812025" y="2055260"/>
            <a:chExt cx="228610" cy="1070144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3C607D6-904E-36B2-1316-C704BB5F2599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>
              <a:off x="8926330" y="2055260"/>
              <a:ext cx="0" cy="8415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E69863A-E5E4-A277-3BE3-3C9A24BD482B}"/>
                </a:ext>
              </a:extLst>
            </p:cNvPr>
            <p:cNvSpPr/>
            <p:nvPr/>
          </p:nvSpPr>
          <p:spPr>
            <a:xfrm>
              <a:off x="8812025" y="2896794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D467446-32B3-B75B-3442-E5E7DC2FF1CF}"/>
              </a:ext>
            </a:extLst>
          </p:cNvPr>
          <p:cNvGrpSpPr/>
          <p:nvPr/>
        </p:nvGrpSpPr>
        <p:grpSpPr>
          <a:xfrm>
            <a:off x="4193417" y="1403017"/>
            <a:ext cx="228610" cy="1070144"/>
            <a:chOff x="8812025" y="2055260"/>
            <a:chExt cx="228610" cy="107014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20AEAD7-754E-037C-B716-F90B2F19585F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>
              <a:off x="8926330" y="2055260"/>
              <a:ext cx="0" cy="8415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8E2570D-2C4A-F03E-E314-C1AE09E54E32}"/>
                </a:ext>
              </a:extLst>
            </p:cNvPr>
            <p:cNvSpPr/>
            <p:nvPr/>
          </p:nvSpPr>
          <p:spPr>
            <a:xfrm>
              <a:off x="8812025" y="2896794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22427EF-5215-19FE-795E-74327F0D4285}"/>
              </a:ext>
            </a:extLst>
          </p:cNvPr>
          <p:cNvGrpSpPr/>
          <p:nvPr/>
        </p:nvGrpSpPr>
        <p:grpSpPr>
          <a:xfrm>
            <a:off x="5190461" y="1403017"/>
            <a:ext cx="228610" cy="1070144"/>
            <a:chOff x="8812025" y="2055260"/>
            <a:chExt cx="228610" cy="1070144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B83C94A-824E-6B1A-F365-B63CF65EC8F8}"/>
                </a:ext>
              </a:extLst>
            </p:cNvPr>
            <p:cNvCxnSpPr>
              <a:cxnSpLocks/>
              <a:endCxn id="46" idx="0"/>
            </p:cNvCxnSpPr>
            <p:nvPr/>
          </p:nvCxnSpPr>
          <p:spPr>
            <a:xfrm>
              <a:off x="8926330" y="2055260"/>
              <a:ext cx="0" cy="8415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808E651-2C46-E82A-9DFF-94D1DCE6D167}"/>
                </a:ext>
              </a:extLst>
            </p:cNvPr>
            <p:cNvSpPr/>
            <p:nvPr/>
          </p:nvSpPr>
          <p:spPr>
            <a:xfrm>
              <a:off x="8812025" y="2896794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3EDDA8C-9378-3455-C92E-065FC8A8B098}"/>
              </a:ext>
            </a:extLst>
          </p:cNvPr>
          <p:cNvGrpSpPr/>
          <p:nvPr/>
        </p:nvGrpSpPr>
        <p:grpSpPr>
          <a:xfrm>
            <a:off x="6065670" y="1403017"/>
            <a:ext cx="228610" cy="1070144"/>
            <a:chOff x="8812025" y="2055260"/>
            <a:chExt cx="228610" cy="1070144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C7A1326-AF6E-3B73-87F2-4615987FA7DF}"/>
                </a:ext>
              </a:extLst>
            </p:cNvPr>
            <p:cNvCxnSpPr>
              <a:cxnSpLocks/>
              <a:endCxn id="49" idx="0"/>
            </p:cNvCxnSpPr>
            <p:nvPr/>
          </p:nvCxnSpPr>
          <p:spPr>
            <a:xfrm>
              <a:off x="8926330" y="2055260"/>
              <a:ext cx="0" cy="8415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987C40B-C756-0861-5096-CE7430BCEAB3}"/>
                </a:ext>
              </a:extLst>
            </p:cNvPr>
            <p:cNvSpPr/>
            <p:nvPr/>
          </p:nvSpPr>
          <p:spPr>
            <a:xfrm>
              <a:off x="8812025" y="2896794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4" name="Picture 63">
            <a:extLst>
              <a:ext uri="{FF2B5EF4-FFF2-40B4-BE49-F238E27FC236}">
                <a16:creationId xmlns:a16="http://schemas.microsoft.com/office/drawing/2014/main" id="{34A3975A-BC23-8570-FB08-9CE56ECA2B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223390" y="1023436"/>
            <a:ext cx="439278" cy="5936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1C18F7FF-B8F0-E266-4528-B210BEBAD2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093167" y="1023436"/>
            <a:ext cx="439278" cy="59362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DAA412EB-3CCB-1B05-A45B-FCE4A153B8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087579" y="1023436"/>
            <a:ext cx="439278" cy="59362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2453C607-56E1-3757-2D86-7442F850F0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966392" y="1023436"/>
            <a:ext cx="439278" cy="5936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2FA741C-3207-92D3-DCDD-E92CF31DD9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4593923" y="3764713"/>
            <a:ext cx="439278" cy="59362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DCF3F174-42DE-7310-4415-3F65DF015D87}"/>
              </a:ext>
            </a:extLst>
          </p:cNvPr>
          <p:cNvGrpSpPr/>
          <p:nvPr/>
        </p:nvGrpSpPr>
        <p:grpSpPr>
          <a:xfrm rot="10800000">
            <a:off x="6067146" y="3308892"/>
            <a:ext cx="228610" cy="1070144"/>
            <a:chOff x="8812025" y="2055261"/>
            <a:chExt cx="228610" cy="1070144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2F2673B-16CD-47D7-C300-F5365F0008E7}"/>
                </a:ext>
              </a:extLst>
            </p:cNvPr>
            <p:cNvCxnSpPr>
              <a:cxnSpLocks/>
              <a:endCxn id="79" idx="0"/>
            </p:cNvCxnSpPr>
            <p:nvPr/>
          </p:nvCxnSpPr>
          <p:spPr>
            <a:xfrm>
              <a:off x="8926330" y="2055261"/>
              <a:ext cx="0" cy="8415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F7DF0B0-338A-0721-8B4A-21081FF77F7C}"/>
                </a:ext>
              </a:extLst>
            </p:cNvPr>
            <p:cNvSpPr/>
            <p:nvPr/>
          </p:nvSpPr>
          <p:spPr>
            <a:xfrm>
              <a:off x="8812025" y="2896795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7456521-E567-769A-7FAD-E2761B09070A}"/>
              </a:ext>
            </a:extLst>
          </p:cNvPr>
          <p:cNvGrpSpPr/>
          <p:nvPr/>
        </p:nvGrpSpPr>
        <p:grpSpPr>
          <a:xfrm rot="10800000">
            <a:off x="5186858" y="3308893"/>
            <a:ext cx="228610" cy="1070144"/>
            <a:chOff x="8921587" y="2055260"/>
            <a:chExt cx="228610" cy="1070144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05B5E98-83FF-4D69-3F86-17A61F846855}"/>
                </a:ext>
              </a:extLst>
            </p:cNvPr>
            <p:cNvCxnSpPr>
              <a:cxnSpLocks/>
              <a:endCxn id="77" idx="0"/>
            </p:cNvCxnSpPr>
            <p:nvPr/>
          </p:nvCxnSpPr>
          <p:spPr>
            <a:xfrm>
              <a:off x="9035892" y="2055260"/>
              <a:ext cx="0" cy="8415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2FB81BE-40C3-784B-257A-82499B93B284}"/>
                </a:ext>
              </a:extLst>
            </p:cNvPr>
            <p:cNvSpPr/>
            <p:nvPr/>
          </p:nvSpPr>
          <p:spPr>
            <a:xfrm>
              <a:off x="8921587" y="2896794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527428C-897A-DD02-D4A7-C93A127E60B3}"/>
              </a:ext>
            </a:extLst>
          </p:cNvPr>
          <p:cNvGrpSpPr/>
          <p:nvPr/>
        </p:nvGrpSpPr>
        <p:grpSpPr>
          <a:xfrm rot="10800000">
            <a:off x="4192266" y="3308893"/>
            <a:ext cx="228610" cy="1070144"/>
            <a:chOff x="8916155" y="2055260"/>
            <a:chExt cx="228610" cy="1070144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57FD49E-3D65-E235-C22C-25824D2DAF25}"/>
                </a:ext>
              </a:extLst>
            </p:cNvPr>
            <p:cNvCxnSpPr>
              <a:cxnSpLocks/>
              <a:endCxn id="75" idx="0"/>
            </p:cNvCxnSpPr>
            <p:nvPr/>
          </p:nvCxnSpPr>
          <p:spPr>
            <a:xfrm>
              <a:off x="9030460" y="2055260"/>
              <a:ext cx="0" cy="8415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701F814-7A44-C7D8-FB77-93D25812E59C}"/>
                </a:ext>
              </a:extLst>
            </p:cNvPr>
            <p:cNvSpPr/>
            <p:nvPr/>
          </p:nvSpPr>
          <p:spPr>
            <a:xfrm>
              <a:off x="8916155" y="2896794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FE1F064-E2B1-90D2-E9CA-E6E73878AF11}"/>
              </a:ext>
            </a:extLst>
          </p:cNvPr>
          <p:cNvGrpSpPr/>
          <p:nvPr/>
        </p:nvGrpSpPr>
        <p:grpSpPr>
          <a:xfrm rot="10800000">
            <a:off x="3322668" y="3308893"/>
            <a:ext cx="228610" cy="1070144"/>
            <a:chOff x="8812025" y="2055260"/>
            <a:chExt cx="228610" cy="1070144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1454FB9-B426-C57E-027B-0E839C1D31C5}"/>
                </a:ext>
              </a:extLst>
            </p:cNvPr>
            <p:cNvCxnSpPr>
              <a:cxnSpLocks/>
              <a:endCxn id="73" idx="0"/>
            </p:cNvCxnSpPr>
            <p:nvPr/>
          </p:nvCxnSpPr>
          <p:spPr>
            <a:xfrm>
              <a:off x="8926330" y="2055260"/>
              <a:ext cx="0" cy="8415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F383CDDC-1635-B293-6469-7054ED299CB6}"/>
                </a:ext>
              </a:extLst>
            </p:cNvPr>
            <p:cNvSpPr/>
            <p:nvPr/>
          </p:nvSpPr>
          <p:spPr>
            <a:xfrm>
              <a:off x="8812025" y="2896794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2424BBA5-2855-7A56-C48F-487F9B29DD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5960336" y="4699255"/>
            <a:ext cx="439278" cy="59362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42360A85-FF87-99C8-E3BC-EA47BB8288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5081523" y="4699256"/>
            <a:ext cx="439278" cy="59362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9DFEC38D-8000-2433-14C4-5C0FD2AF77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086487" y="4699256"/>
            <a:ext cx="439278" cy="59362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E49C28BA-96A5-0702-2D15-64B60A8B65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217334" y="4699256"/>
            <a:ext cx="439278" cy="59362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239552DD-B86A-8870-784F-FDCA46BACC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6711" y="657578"/>
            <a:ext cx="366833" cy="345255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DE715E8B-5137-D2E8-29A0-DB0DA4AE5D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6711" y="4868090"/>
            <a:ext cx="377623" cy="34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804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CC188-1E3A-F035-6D9C-5A68E20FB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ounded Rectangle 170">
            <a:extLst>
              <a:ext uri="{FF2B5EF4-FFF2-40B4-BE49-F238E27FC236}">
                <a16:creationId xmlns:a16="http://schemas.microsoft.com/office/drawing/2014/main" id="{5BBD9E0C-641A-DA2E-F394-72481579594B}"/>
              </a:ext>
            </a:extLst>
          </p:cNvPr>
          <p:cNvSpPr/>
          <p:nvPr/>
        </p:nvSpPr>
        <p:spPr>
          <a:xfrm>
            <a:off x="3645143" y="923109"/>
            <a:ext cx="2384586" cy="3824975"/>
          </a:xfrm>
          <a:prstGeom prst="roundRect">
            <a:avLst/>
          </a:prstGeom>
          <a:solidFill>
            <a:srgbClr val="00B7FF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DDCE1E-37C0-F9DA-B788-16BC62530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46" y="3176775"/>
            <a:ext cx="599885" cy="50444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2D7CBF-25B5-5A1F-4346-4C07550D7D32}"/>
              </a:ext>
            </a:extLst>
          </p:cNvPr>
          <p:cNvCxnSpPr>
            <a:cxnSpLocks/>
          </p:cNvCxnSpPr>
          <p:nvPr/>
        </p:nvCxnSpPr>
        <p:spPr>
          <a:xfrm>
            <a:off x="1828800" y="3429000"/>
            <a:ext cx="597459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768926-76A1-1BFB-9FD1-5AAFF1DBA0B6}"/>
              </a:ext>
            </a:extLst>
          </p:cNvPr>
          <p:cNvCxnSpPr>
            <a:cxnSpLocks/>
          </p:cNvCxnSpPr>
          <p:nvPr/>
        </p:nvCxnSpPr>
        <p:spPr>
          <a:xfrm>
            <a:off x="1828800" y="2358856"/>
            <a:ext cx="597459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4954A02-34CB-1119-4B42-8170F7EFC4E2}"/>
              </a:ext>
            </a:extLst>
          </p:cNvPr>
          <p:cNvGrpSpPr/>
          <p:nvPr/>
        </p:nvGrpSpPr>
        <p:grpSpPr>
          <a:xfrm>
            <a:off x="7803397" y="3120655"/>
            <a:ext cx="659625" cy="616689"/>
            <a:chOff x="7803397" y="3120655"/>
            <a:chExt cx="659625" cy="616689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53D6F81E-BC8B-A085-190E-A323F8BF5EB1}"/>
                </a:ext>
              </a:extLst>
            </p:cNvPr>
            <p:cNvGrpSpPr/>
            <p:nvPr/>
          </p:nvGrpSpPr>
          <p:grpSpPr>
            <a:xfrm>
              <a:off x="7803397" y="3120655"/>
              <a:ext cx="659625" cy="616689"/>
              <a:chOff x="8537944" y="1831553"/>
              <a:chExt cx="659625" cy="616689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3A13F03-5407-90FB-4723-322442EE36E5}"/>
                  </a:ext>
                </a:extLst>
              </p:cNvPr>
              <p:cNvSpPr/>
              <p:nvPr/>
            </p:nvSpPr>
            <p:spPr>
              <a:xfrm>
                <a:off x="8537944" y="1831553"/>
                <a:ext cx="616689" cy="616689"/>
              </a:xfrm>
              <a:prstGeom prst="rect">
                <a:avLst/>
              </a:prstGeom>
              <a:solidFill>
                <a:srgbClr val="8DFB84">
                  <a:alpha val="50196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5C72EF3E-B1A5-6CE2-2D23-41CD32D3EF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8587331" y="1838173"/>
                <a:ext cx="610238" cy="363237"/>
              </a:xfrm>
              <a:prstGeom prst="rect">
                <a:avLst/>
              </a:prstGeom>
            </p:spPr>
          </p:pic>
        </p:grp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F97A4198-5880-5082-D7A1-E04D9920D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26757" y="3539324"/>
              <a:ext cx="169968" cy="146524"/>
            </a:xfrm>
            <a:prstGeom prst="rect">
              <a:avLst/>
            </a:prstGeom>
          </p:spPr>
        </p:pic>
      </p:grpSp>
      <p:pic>
        <p:nvPicPr>
          <p:cNvPr id="66" name="Picture 65">
            <a:extLst>
              <a:ext uri="{FF2B5EF4-FFF2-40B4-BE49-F238E27FC236}">
                <a16:creationId xmlns:a16="http://schemas.microsoft.com/office/drawing/2014/main" id="{878E0D83-1CC5-128B-AFE5-C5C161792C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312" y="2996119"/>
            <a:ext cx="439278" cy="59362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C3584B2B-8229-E3AD-0BE7-1C0AC57B38DC}"/>
              </a:ext>
            </a:extLst>
          </p:cNvPr>
          <p:cNvGrpSpPr/>
          <p:nvPr/>
        </p:nvGrpSpPr>
        <p:grpSpPr>
          <a:xfrm>
            <a:off x="7803397" y="2042970"/>
            <a:ext cx="659625" cy="616689"/>
            <a:chOff x="7803397" y="3120655"/>
            <a:chExt cx="659625" cy="61668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28A92D59-2EAE-95A5-9387-7DA2CD39EAEC}"/>
                </a:ext>
              </a:extLst>
            </p:cNvPr>
            <p:cNvGrpSpPr/>
            <p:nvPr/>
          </p:nvGrpSpPr>
          <p:grpSpPr>
            <a:xfrm>
              <a:off x="7803397" y="3120655"/>
              <a:ext cx="659625" cy="616689"/>
              <a:chOff x="8537944" y="1831553"/>
              <a:chExt cx="659625" cy="616689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6DC80AF-12EA-ADDA-E614-4A8DAF3A42BC}"/>
                  </a:ext>
                </a:extLst>
              </p:cNvPr>
              <p:cNvSpPr/>
              <p:nvPr/>
            </p:nvSpPr>
            <p:spPr>
              <a:xfrm>
                <a:off x="8537944" y="1831553"/>
                <a:ext cx="616689" cy="616689"/>
              </a:xfrm>
              <a:prstGeom prst="rect">
                <a:avLst/>
              </a:prstGeom>
              <a:solidFill>
                <a:srgbClr val="FF2161">
                  <a:alpha val="50196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3" name="Picture 57">
                <a:extLst>
                  <a:ext uri="{FF2B5EF4-FFF2-40B4-BE49-F238E27FC236}">
                    <a16:creationId xmlns:a16="http://schemas.microsoft.com/office/drawing/2014/main" id="{EF476BCF-921E-26AA-D5A5-5723CFBECD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8587331" y="1838173"/>
                <a:ext cx="610238" cy="363237"/>
              </a:xfrm>
              <a:prstGeom prst="rect">
                <a:avLst/>
              </a:prstGeom>
            </p:spPr>
          </p:pic>
        </p:grp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E2DCCEC0-FAB5-8C6D-0A1A-151C2CBA2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047270" y="3539324"/>
              <a:ext cx="128941" cy="146524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4DCF03E-F5A3-601C-96F0-81148ED96748}"/>
              </a:ext>
            </a:extLst>
          </p:cNvPr>
          <p:cNvGrpSpPr/>
          <p:nvPr/>
        </p:nvGrpSpPr>
        <p:grpSpPr>
          <a:xfrm>
            <a:off x="3863208" y="2526728"/>
            <a:ext cx="228610" cy="996658"/>
            <a:chOff x="3322668" y="1476503"/>
            <a:chExt cx="228610" cy="99665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137514C-5DE5-5879-5155-14CD604C7C02}"/>
                </a:ext>
              </a:extLst>
            </p:cNvPr>
            <p:cNvGrpSpPr/>
            <p:nvPr/>
          </p:nvGrpSpPr>
          <p:grpSpPr>
            <a:xfrm>
              <a:off x="3322668" y="1706599"/>
              <a:ext cx="228610" cy="766562"/>
              <a:chOff x="8812025" y="2358842"/>
              <a:chExt cx="228610" cy="766562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932B0AA-E84A-8BBC-358F-57B5B4EE3709}"/>
                  </a:ext>
                </a:extLst>
              </p:cNvPr>
              <p:cNvCxnSpPr>
                <a:cxnSpLocks/>
                <a:endCxn id="28" idx="0"/>
              </p:cNvCxnSpPr>
              <p:nvPr/>
            </p:nvCxnSpPr>
            <p:spPr>
              <a:xfrm>
                <a:off x="8926330" y="2358842"/>
                <a:ext cx="0" cy="5379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194C4B63-F32A-A0C2-C1CA-BD4CD985AF68}"/>
                  </a:ext>
                </a:extLst>
              </p:cNvPr>
              <p:cNvSpPr/>
              <p:nvPr/>
            </p:nvSpPr>
            <p:spPr>
              <a:xfrm>
                <a:off x="8812025" y="2896794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1E85217E-5C7F-3336-0DE3-EB8EE4A37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633891"/>
              <a:ext cx="46023" cy="45719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8A708C7C-5A38-FBFE-7488-E2BF30CFB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554729"/>
              <a:ext cx="46023" cy="45719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68E3D3FC-C964-D07E-4163-27D03BBD2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6" y="1476655"/>
              <a:ext cx="46023" cy="45719"/>
            </a:xfrm>
            <a:prstGeom prst="rect">
              <a:avLst/>
            </a:prstGeom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6A2B95-5EEC-E393-CAA3-4261543ED3BB}"/>
              </a:ext>
            </a:extLst>
          </p:cNvPr>
          <p:cNvCxnSpPr>
            <a:cxnSpLocks/>
          </p:cNvCxnSpPr>
          <p:nvPr/>
        </p:nvCxnSpPr>
        <p:spPr>
          <a:xfrm>
            <a:off x="1828800" y="4495865"/>
            <a:ext cx="597459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DE2305D-9A83-6D91-F504-A053F458F9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746" y="4243641"/>
            <a:ext cx="477181" cy="5044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6DF5AD-28A6-EA42-D5BF-3DA7445CDE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746" y="2099090"/>
            <a:ext cx="477181" cy="504448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FFA1047D-751A-6939-7FCF-E0FAA20A7129}"/>
              </a:ext>
            </a:extLst>
          </p:cNvPr>
          <p:cNvGrpSpPr/>
          <p:nvPr/>
        </p:nvGrpSpPr>
        <p:grpSpPr>
          <a:xfrm rot="10800000">
            <a:off x="2025832" y="2156629"/>
            <a:ext cx="404274" cy="1383307"/>
            <a:chOff x="2602207" y="4916632"/>
            <a:chExt cx="404274" cy="138330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9B6ADBD-D643-2FF8-0DFA-BB142C22786F}"/>
                </a:ext>
              </a:extLst>
            </p:cNvPr>
            <p:cNvGrpSpPr/>
            <p:nvPr/>
          </p:nvGrpSpPr>
          <p:grpSpPr>
            <a:xfrm>
              <a:off x="2602207" y="4916632"/>
              <a:ext cx="404274" cy="1383307"/>
              <a:chOff x="2373597" y="2247830"/>
              <a:chExt cx="404274" cy="1383307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225AC29-51A5-7388-3630-264A6D16D87C}"/>
                  </a:ext>
                </a:extLst>
              </p:cNvPr>
              <p:cNvGrpSpPr/>
              <p:nvPr/>
            </p:nvGrpSpPr>
            <p:grpSpPr>
              <a:xfrm>
                <a:off x="2373597" y="2476440"/>
                <a:ext cx="404274" cy="1154697"/>
                <a:chOff x="8724193" y="2058539"/>
                <a:chExt cx="404274" cy="1154697"/>
              </a:xfrm>
            </p:grpSpPr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D2E49FA3-6A3E-7E10-4DB4-6DC6E0A5E166}"/>
                    </a:ext>
                  </a:extLst>
                </p:cNvPr>
                <p:cNvCxnSpPr>
                  <a:cxnSpLocks/>
                  <a:stCxn id="26" idx="4"/>
                  <a:endCxn id="30" idx="0"/>
                </p:cNvCxnSpPr>
                <p:nvPr/>
              </p:nvCxnSpPr>
              <p:spPr>
                <a:xfrm flipV="1">
                  <a:off x="8926330" y="2058539"/>
                  <a:ext cx="0" cy="75042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51F1AD32-393A-3DE3-BC21-2C025A7C9101}"/>
                    </a:ext>
                  </a:extLst>
                </p:cNvPr>
                <p:cNvSpPr/>
                <p:nvPr/>
              </p:nvSpPr>
              <p:spPr>
                <a:xfrm>
                  <a:off x="8724193" y="2808962"/>
                  <a:ext cx="404274" cy="40427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03031C2-7DD6-E716-CEAB-34718FA12044}"/>
                  </a:ext>
                </a:extLst>
              </p:cNvPr>
              <p:cNvSpPr/>
              <p:nvPr/>
            </p:nvSpPr>
            <p:spPr>
              <a:xfrm>
                <a:off x="2461429" y="2247830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475AF54-5AB7-CDAA-1001-F0C6BE8A61B3}"/>
                </a:ext>
              </a:extLst>
            </p:cNvPr>
            <p:cNvCxnSpPr>
              <a:cxnSpLocks/>
              <a:stCxn id="30" idx="6"/>
              <a:endCxn id="30" idx="2"/>
            </p:cNvCxnSpPr>
            <p:nvPr/>
          </p:nvCxnSpPr>
          <p:spPr>
            <a:xfrm flipH="1">
              <a:off x="2602207" y="6097802"/>
              <a:ext cx="40427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AC4A07-D444-784B-D8A4-3D5A26B881A4}"/>
                </a:ext>
              </a:extLst>
            </p:cNvPr>
            <p:cNvCxnSpPr>
              <a:cxnSpLocks/>
              <a:stCxn id="30" idx="0"/>
              <a:endCxn id="30" idx="4"/>
            </p:cNvCxnSpPr>
            <p:nvPr/>
          </p:nvCxnSpPr>
          <p:spPr>
            <a:xfrm>
              <a:off x="2804344" y="5895665"/>
              <a:ext cx="0" cy="4042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6A1B3BD-CEDA-81C1-984F-A03928C1FBCB}"/>
              </a:ext>
            </a:extLst>
          </p:cNvPr>
          <p:cNvGrpSpPr/>
          <p:nvPr/>
        </p:nvGrpSpPr>
        <p:grpSpPr>
          <a:xfrm>
            <a:off x="2900996" y="3312465"/>
            <a:ext cx="404274" cy="1383307"/>
            <a:chOff x="2602207" y="4916632"/>
            <a:chExt cx="404274" cy="1383307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D8848D1-61F6-1CEA-616C-82F216A69C62}"/>
                </a:ext>
              </a:extLst>
            </p:cNvPr>
            <p:cNvGrpSpPr/>
            <p:nvPr/>
          </p:nvGrpSpPr>
          <p:grpSpPr>
            <a:xfrm>
              <a:off x="2602207" y="4916632"/>
              <a:ext cx="404274" cy="1383307"/>
              <a:chOff x="2373597" y="2247830"/>
              <a:chExt cx="404274" cy="1383307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A86F7125-D61F-66D6-BC11-B277B41B9611}"/>
                  </a:ext>
                </a:extLst>
              </p:cNvPr>
              <p:cNvGrpSpPr/>
              <p:nvPr/>
            </p:nvGrpSpPr>
            <p:grpSpPr>
              <a:xfrm>
                <a:off x="2373597" y="2476440"/>
                <a:ext cx="404274" cy="1154697"/>
                <a:chOff x="8724193" y="2058539"/>
                <a:chExt cx="404274" cy="1154697"/>
              </a:xfrm>
            </p:grpSpPr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23D30644-DC0A-0DF0-DFE5-7B936B18063D}"/>
                    </a:ext>
                  </a:extLst>
                </p:cNvPr>
                <p:cNvCxnSpPr>
                  <a:cxnSpLocks/>
                  <a:stCxn id="70" idx="4"/>
                  <a:endCxn id="72" idx="0"/>
                </p:cNvCxnSpPr>
                <p:nvPr/>
              </p:nvCxnSpPr>
              <p:spPr>
                <a:xfrm flipV="1">
                  <a:off x="8926330" y="2058539"/>
                  <a:ext cx="0" cy="75042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5622ED6B-2124-E583-186F-50A241769F9D}"/>
                    </a:ext>
                  </a:extLst>
                </p:cNvPr>
                <p:cNvSpPr/>
                <p:nvPr/>
              </p:nvSpPr>
              <p:spPr>
                <a:xfrm>
                  <a:off x="8724193" y="2808962"/>
                  <a:ext cx="404274" cy="40427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F15E87C8-03F2-2CE4-D8C8-F36A3B74B16B}"/>
                  </a:ext>
                </a:extLst>
              </p:cNvPr>
              <p:cNvSpPr/>
              <p:nvPr/>
            </p:nvSpPr>
            <p:spPr>
              <a:xfrm>
                <a:off x="2461429" y="2247830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5769B56-5524-2EEA-A7D0-CC2E7A2F3DD3}"/>
                </a:ext>
              </a:extLst>
            </p:cNvPr>
            <p:cNvCxnSpPr>
              <a:cxnSpLocks/>
              <a:stCxn id="72" idx="6"/>
              <a:endCxn id="72" idx="2"/>
            </p:cNvCxnSpPr>
            <p:nvPr/>
          </p:nvCxnSpPr>
          <p:spPr>
            <a:xfrm flipH="1">
              <a:off x="2602207" y="6097802"/>
              <a:ext cx="40427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521C46C-660E-0B37-423B-097C0E341CCD}"/>
                </a:ext>
              </a:extLst>
            </p:cNvPr>
            <p:cNvCxnSpPr>
              <a:cxnSpLocks/>
              <a:stCxn id="72" idx="0"/>
              <a:endCxn id="72" idx="4"/>
            </p:cNvCxnSpPr>
            <p:nvPr/>
          </p:nvCxnSpPr>
          <p:spPr>
            <a:xfrm>
              <a:off x="2804344" y="5895665"/>
              <a:ext cx="0" cy="4042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1FACB91-9AFA-DFC4-3031-A40B4EF42605}"/>
              </a:ext>
            </a:extLst>
          </p:cNvPr>
          <p:cNvGrpSpPr/>
          <p:nvPr/>
        </p:nvGrpSpPr>
        <p:grpSpPr>
          <a:xfrm>
            <a:off x="3863208" y="1464981"/>
            <a:ext cx="228610" cy="996658"/>
            <a:chOff x="3322668" y="1476503"/>
            <a:chExt cx="228610" cy="996658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46EA1E8D-825F-A1E6-D1AB-BB7395E5C85F}"/>
                </a:ext>
              </a:extLst>
            </p:cNvPr>
            <p:cNvGrpSpPr/>
            <p:nvPr/>
          </p:nvGrpSpPr>
          <p:grpSpPr>
            <a:xfrm>
              <a:off x="3322668" y="1706599"/>
              <a:ext cx="228610" cy="766562"/>
              <a:chOff x="8812025" y="2358842"/>
              <a:chExt cx="228610" cy="766562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97A8E0A2-C36C-C44A-621B-01817CC014E5}"/>
                  </a:ext>
                </a:extLst>
              </p:cNvPr>
              <p:cNvCxnSpPr>
                <a:cxnSpLocks/>
                <a:endCxn id="98" idx="0"/>
              </p:cNvCxnSpPr>
              <p:nvPr/>
            </p:nvCxnSpPr>
            <p:spPr>
              <a:xfrm>
                <a:off x="8926330" y="2358842"/>
                <a:ext cx="0" cy="5379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E97213C3-C0FA-5837-86BA-92FEA58BBAED}"/>
                  </a:ext>
                </a:extLst>
              </p:cNvPr>
              <p:cNvSpPr/>
              <p:nvPr/>
            </p:nvSpPr>
            <p:spPr>
              <a:xfrm>
                <a:off x="8812025" y="2896794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C3DBC6A0-2827-93EA-1EF9-8A13EE12C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633891"/>
              <a:ext cx="46023" cy="45719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EC3F107B-33A4-811F-6A91-180446D12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554729"/>
              <a:ext cx="46023" cy="45719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C2ADC329-F75A-4E41-1DA6-7DA318DEE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6" y="1476655"/>
              <a:ext cx="46023" cy="45719"/>
            </a:xfrm>
            <a:prstGeom prst="rect">
              <a:avLst/>
            </a:prstGeom>
          </p:spPr>
        </p:pic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0BFEAD36-BB89-5F35-E056-CA744E72EB4B}"/>
              </a:ext>
            </a:extLst>
          </p:cNvPr>
          <p:cNvGrpSpPr/>
          <p:nvPr/>
        </p:nvGrpSpPr>
        <p:grpSpPr>
          <a:xfrm>
            <a:off x="3863208" y="3606664"/>
            <a:ext cx="228610" cy="996658"/>
            <a:chOff x="3322668" y="1476503"/>
            <a:chExt cx="228610" cy="996658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0AA58BC9-32AD-C666-E3AE-ED2058DE30C2}"/>
                </a:ext>
              </a:extLst>
            </p:cNvPr>
            <p:cNvGrpSpPr/>
            <p:nvPr/>
          </p:nvGrpSpPr>
          <p:grpSpPr>
            <a:xfrm>
              <a:off x="3322668" y="1706599"/>
              <a:ext cx="228610" cy="766562"/>
              <a:chOff x="8812025" y="2358842"/>
              <a:chExt cx="228610" cy="766562"/>
            </a:xfrm>
          </p:grpSpPr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9A818DD4-2D92-4C03-4643-4C5769F05327}"/>
                  </a:ext>
                </a:extLst>
              </p:cNvPr>
              <p:cNvCxnSpPr>
                <a:cxnSpLocks/>
                <a:endCxn id="105" idx="0"/>
              </p:cNvCxnSpPr>
              <p:nvPr/>
            </p:nvCxnSpPr>
            <p:spPr>
              <a:xfrm>
                <a:off x="8926330" y="2358842"/>
                <a:ext cx="0" cy="5379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293747F5-E292-EA0D-9D10-267490E786E1}"/>
                  </a:ext>
                </a:extLst>
              </p:cNvPr>
              <p:cNvSpPr/>
              <p:nvPr/>
            </p:nvSpPr>
            <p:spPr>
              <a:xfrm>
                <a:off x="8812025" y="2896794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39DC0865-7FB4-F1EF-3C38-03C728B55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633891"/>
              <a:ext cx="46023" cy="45719"/>
            </a:xfrm>
            <a:prstGeom prst="rect">
              <a:avLst/>
            </a:prstGeom>
          </p:spPr>
        </p:pic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449084FE-980E-8FBD-3C00-0117AEEBF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554729"/>
              <a:ext cx="46023" cy="45719"/>
            </a:xfrm>
            <a:prstGeom prst="rect">
              <a:avLst/>
            </a:prstGeom>
          </p:spPr>
        </p:pic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EA3AB816-3A61-1AC9-9EEC-0589793E6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6" y="1476655"/>
              <a:ext cx="46023" cy="45719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C2A6BE9-DDC0-D45E-7EF0-BF42E5C9BACF}"/>
              </a:ext>
            </a:extLst>
          </p:cNvPr>
          <p:cNvGrpSpPr/>
          <p:nvPr/>
        </p:nvGrpSpPr>
        <p:grpSpPr>
          <a:xfrm>
            <a:off x="4632888" y="2526728"/>
            <a:ext cx="228610" cy="996658"/>
            <a:chOff x="3322668" y="1476503"/>
            <a:chExt cx="228610" cy="996658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2FEE1D5C-E560-A1A2-C95D-95FA4F3F7BA9}"/>
                </a:ext>
              </a:extLst>
            </p:cNvPr>
            <p:cNvGrpSpPr/>
            <p:nvPr/>
          </p:nvGrpSpPr>
          <p:grpSpPr>
            <a:xfrm>
              <a:off x="3322668" y="1706599"/>
              <a:ext cx="228610" cy="766562"/>
              <a:chOff x="8812025" y="2358842"/>
              <a:chExt cx="228610" cy="766562"/>
            </a:xfrm>
          </p:grpSpPr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CAD89B7C-4A8A-8E61-3557-6EB99B9673CA}"/>
                  </a:ext>
                </a:extLst>
              </p:cNvPr>
              <p:cNvCxnSpPr>
                <a:cxnSpLocks/>
                <a:endCxn id="112" idx="0"/>
              </p:cNvCxnSpPr>
              <p:nvPr/>
            </p:nvCxnSpPr>
            <p:spPr>
              <a:xfrm>
                <a:off x="8926330" y="2358842"/>
                <a:ext cx="0" cy="5379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A1C81F4A-DE14-3411-6D9B-1992B345471C}"/>
                  </a:ext>
                </a:extLst>
              </p:cNvPr>
              <p:cNvSpPr/>
              <p:nvPr/>
            </p:nvSpPr>
            <p:spPr>
              <a:xfrm>
                <a:off x="8812025" y="2896794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67BF20DC-A5F7-8AD0-2C6D-C0FF1E69A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633891"/>
              <a:ext cx="46023" cy="45719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2E2C8FD4-7DBC-EF56-7C3D-F0C90EA6C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554729"/>
              <a:ext cx="46023" cy="45719"/>
            </a:xfrm>
            <a:prstGeom prst="rect">
              <a:avLst/>
            </a:prstGeom>
          </p:spPr>
        </p:pic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8FAA627F-9D2F-AF5B-2212-E9318138B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6" y="1476655"/>
              <a:ext cx="46023" cy="45719"/>
            </a:xfrm>
            <a:prstGeom prst="rect">
              <a:avLst/>
            </a:prstGeom>
          </p:spPr>
        </p:pic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896C6B1-A59C-6DBD-8EF2-438EC78A9345}"/>
              </a:ext>
            </a:extLst>
          </p:cNvPr>
          <p:cNvGrpSpPr/>
          <p:nvPr/>
        </p:nvGrpSpPr>
        <p:grpSpPr>
          <a:xfrm>
            <a:off x="4632888" y="1464981"/>
            <a:ext cx="228610" cy="996658"/>
            <a:chOff x="3322668" y="1476503"/>
            <a:chExt cx="228610" cy="996658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A6227B80-E144-31CC-5206-6B6405287DFC}"/>
                </a:ext>
              </a:extLst>
            </p:cNvPr>
            <p:cNvGrpSpPr/>
            <p:nvPr/>
          </p:nvGrpSpPr>
          <p:grpSpPr>
            <a:xfrm>
              <a:off x="3322668" y="1706599"/>
              <a:ext cx="228610" cy="766562"/>
              <a:chOff x="8812025" y="2358842"/>
              <a:chExt cx="228610" cy="766562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7742FA17-BCEA-FED4-6D31-5B1EE916EA5C}"/>
                  </a:ext>
                </a:extLst>
              </p:cNvPr>
              <p:cNvCxnSpPr>
                <a:cxnSpLocks/>
                <a:endCxn id="119" idx="0"/>
              </p:cNvCxnSpPr>
              <p:nvPr/>
            </p:nvCxnSpPr>
            <p:spPr>
              <a:xfrm>
                <a:off x="8926330" y="2358842"/>
                <a:ext cx="0" cy="5379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07E5BF4B-BF25-BB58-43A2-4F0166226618}"/>
                  </a:ext>
                </a:extLst>
              </p:cNvPr>
              <p:cNvSpPr/>
              <p:nvPr/>
            </p:nvSpPr>
            <p:spPr>
              <a:xfrm>
                <a:off x="8812025" y="2896794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CE1AFE6A-B0E0-7E42-BCA8-10790A9C2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633891"/>
              <a:ext cx="46023" cy="45719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C3F571CE-65CE-6D4B-CD68-ADF47227E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554729"/>
              <a:ext cx="46023" cy="45719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9358E706-2DDB-A047-3C0E-D6AAF0029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6" y="1476655"/>
              <a:ext cx="46023" cy="45719"/>
            </a:xfrm>
            <a:prstGeom prst="rect">
              <a:avLst/>
            </a:prstGeom>
          </p:spPr>
        </p:pic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3A4623C-2250-C13C-D69F-2D986BF4585E}"/>
              </a:ext>
            </a:extLst>
          </p:cNvPr>
          <p:cNvGrpSpPr/>
          <p:nvPr/>
        </p:nvGrpSpPr>
        <p:grpSpPr>
          <a:xfrm>
            <a:off x="4632888" y="3606664"/>
            <a:ext cx="228610" cy="996658"/>
            <a:chOff x="3322668" y="1476503"/>
            <a:chExt cx="228610" cy="996658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5BBD1BDE-F5A1-BFC9-B56F-BBDE24B72985}"/>
                </a:ext>
              </a:extLst>
            </p:cNvPr>
            <p:cNvGrpSpPr/>
            <p:nvPr/>
          </p:nvGrpSpPr>
          <p:grpSpPr>
            <a:xfrm>
              <a:off x="3322668" y="1706599"/>
              <a:ext cx="228610" cy="766562"/>
              <a:chOff x="8812025" y="2358842"/>
              <a:chExt cx="228610" cy="766562"/>
            </a:xfrm>
          </p:grpSpPr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71AE71F4-90DD-7646-6319-5694030C0FB2}"/>
                  </a:ext>
                </a:extLst>
              </p:cNvPr>
              <p:cNvCxnSpPr>
                <a:cxnSpLocks/>
                <a:endCxn id="126" idx="0"/>
              </p:cNvCxnSpPr>
              <p:nvPr/>
            </p:nvCxnSpPr>
            <p:spPr>
              <a:xfrm>
                <a:off x="8926330" y="2358842"/>
                <a:ext cx="0" cy="5379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9AC06E96-7361-BB56-CD43-28F318130F5B}"/>
                  </a:ext>
                </a:extLst>
              </p:cNvPr>
              <p:cNvSpPr/>
              <p:nvPr/>
            </p:nvSpPr>
            <p:spPr>
              <a:xfrm>
                <a:off x="8812025" y="2896794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4FF5E888-8014-6F6D-2FAD-FDE3EB9BC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633891"/>
              <a:ext cx="46023" cy="45719"/>
            </a:xfrm>
            <a:prstGeom prst="rect">
              <a:avLst/>
            </a:prstGeom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E85C03E2-4DD7-38F1-1320-14AB8AE1C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554729"/>
              <a:ext cx="46023" cy="45719"/>
            </a:xfrm>
            <a:prstGeom prst="rect">
              <a:avLst/>
            </a:prstGeom>
          </p:spPr>
        </p:pic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9C99E982-710D-EC25-2A97-62B3B1E50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6" y="1476655"/>
              <a:ext cx="46023" cy="45719"/>
            </a:xfrm>
            <a:prstGeom prst="rect">
              <a:avLst/>
            </a:prstGeom>
          </p:spPr>
        </p:pic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08E85C3-1DB6-7356-069D-BFF324AE8621}"/>
              </a:ext>
            </a:extLst>
          </p:cNvPr>
          <p:cNvGrpSpPr/>
          <p:nvPr/>
        </p:nvGrpSpPr>
        <p:grpSpPr>
          <a:xfrm>
            <a:off x="5580403" y="2526728"/>
            <a:ext cx="228610" cy="996658"/>
            <a:chOff x="3322668" y="1476503"/>
            <a:chExt cx="228610" cy="996658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E43C33E3-B07E-71E5-5385-AF9B50720615}"/>
                </a:ext>
              </a:extLst>
            </p:cNvPr>
            <p:cNvGrpSpPr/>
            <p:nvPr/>
          </p:nvGrpSpPr>
          <p:grpSpPr>
            <a:xfrm>
              <a:off x="3322668" y="1706599"/>
              <a:ext cx="228610" cy="766562"/>
              <a:chOff x="8812025" y="2358842"/>
              <a:chExt cx="228610" cy="766562"/>
            </a:xfrm>
          </p:grpSpPr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B8EA38B2-7647-A97E-F6A5-6E915F01AD53}"/>
                  </a:ext>
                </a:extLst>
              </p:cNvPr>
              <p:cNvCxnSpPr>
                <a:cxnSpLocks/>
                <a:endCxn id="133" idx="0"/>
              </p:cNvCxnSpPr>
              <p:nvPr/>
            </p:nvCxnSpPr>
            <p:spPr>
              <a:xfrm>
                <a:off x="8926330" y="2358842"/>
                <a:ext cx="0" cy="5379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65801E36-00C1-CFD6-3863-CB3E6183BEA2}"/>
                  </a:ext>
                </a:extLst>
              </p:cNvPr>
              <p:cNvSpPr/>
              <p:nvPr/>
            </p:nvSpPr>
            <p:spPr>
              <a:xfrm>
                <a:off x="8812025" y="2896794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4B2E6569-C7B7-EE19-5266-1B874F3D2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633891"/>
              <a:ext cx="46023" cy="45719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8927ABCB-4C59-8A4A-2989-1FE2B4F59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554729"/>
              <a:ext cx="46023" cy="45719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FCE61B02-5E0E-3962-A904-BF573CA02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6" y="1476655"/>
              <a:ext cx="46023" cy="45719"/>
            </a:xfrm>
            <a:prstGeom prst="rect">
              <a:avLst/>
            </a:prstGeom>
          </p:spPr>
        </p:pic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50A177E9-C434-2AE1-D4A6-60E6E5F5C2F7}"/>
              </a:ext>
            </a:extLst>
          </p:cNvPr>
          <p:cNvGrpSpPr/>
          <p:nvPr/>
        </p:nvGrpSpPr>
        <p:grpSpPr>
          <a:xfrm>
            <a:off x="5580403" y="1464981"/>
            <a:ext cx="228610" cy="996658"/>
            <a:chOff x="3322668" y="1476503"/>
            <a:chExt cx="228610" cy="996658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0EC00A56-11D5-9D85-F6A4-A16328C91667}"/>
                </a:ext>
              </a:extLst>
            </p:cNvPr>
            <p:cNvGrpSpPr/>
            <p:nvPr/>
          </p:nvGrpSpPr>
          <p:grpSpPr>
            <a:xfrm>
              <a:off x="3322668" y="1706599"/>
              <a:ext cx="228610" cy="766562"/>
              <a:chOff x="8812025" y="2358842"/>
              <a:chExt cx="228610" cy="766562"/>
            </a:xfrm>
          </p:grpSpPr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E3DD758C-AC58-0466-7138-8DEC14EE45FB}"/>
                  </a:ext>
                </a:extLst>
              </p:cNvPr>
              <p:cNvCxnSpPr>
                <a:cxnSpLocks/>
                <a:endCxn id="140" idx="0"/>
              </p:cNvCxnSpPr>
              <p:nvPr/>
            </p:nvCxnSpPr>
            <p:spPr>
              <a:xfrm>
                <a:off x="8926330" y="2358842"/>
                <a:ext cx="0" cy="5379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36046E2C-CBEA-B146-95E4-8F9C9D574FF4}"/>
                  </a:ext>
                </a:extLst>
              </p:cNvPr>
              <p:cNvSpPr/>
              <p:nvPr/>
            </p:nvSpPr>
            <p:spPr>
              <a:xfrm>
                <a:off x="8812025" y="2896794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7DC43598-99DE-9B24-3CA3-56A47DD8A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633891"/>
              <a:ext cx="46023" cy="45719"/>
            </a:xfrm>
            <a:prstGeom prst="rect">
              <a:avLst/>
            </a:prstGeom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B22658B7-B780-9DF6-1AD8-4B24B8F6C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554729"/>
              <a:ext cx="46023" cy="45719"/>
            </a:xfrm>
            <a:prstGeom prst="rect">
              <a:avLst/>
            </a:prstGeom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A515E896-72AA-B3B3-A96F-DA1D6E4B1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6" y="1476655"/>
              <a:ext cx="46023" cy="45719"/>
            </a:xfrm>
            <a:prstGeom prst="rect">
              <a:avLst/>
            </a:prstGeom>
          </p:spPr>
        </p:pic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AC37A0CA-6B08-818E-F9F2-BC67787DB91E}"/>
              </a:ext>
            </a:extLst>
          </p:cNvPr>
          <p:cNvGrpSpPr/>
          <p:nvPr/>
        </p:nvGrpSpPr>
        <p:grpSpPr>
          <a:xfrm>
            <a:off x="5580403" y="3606664"/>
            <a:ext cx="228610" cy="996658"/>
            <a:chOff x="3322668" y="1476503"/>
            <a:chExt cx="228610" cy="996658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DFB06674-B029-7110-EF5F-7332073918C7}"/>
                </a:ext>
              </a:extLst>
            </p:cNvPr>
            <p:cNvGrpSpPr/>
            <p:nvPr/>
          </p:nvGrpSpPr>
          <p:grpSpPr>
            <a:xfrm>
              <a:off x="3322668" y="1706599"/>
              <a:ext cx="228610" cy="766562"/>
              <a:chOff x="8812025" y="2358842"/>
              <a:chExt cx="228610" cy="766562"/>
            </a:xfrm>
          </p:grpSpPr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5BC7DF37-4E69-DFDD-7DFF-576378AC48A4}"/>
                  </a:ext>
                </a:extLst>
              </p:cNvPr>
              <p:cNvCxnSpPr>
                <a:cxnSpLocks/>
                <a:endCxn id="147" idx="0"/>
              </p:cNvCxnSpPr>
              <p:nvPr/>
            </p:nvCxnSpPr>
            <p:spPr>
              <a:xfrm>
                <a:off x="8926330" y="2358842"/>
                <a:ext cx="0" cy="5379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48435846-32A5-58CB-F7E0-8B72BA31F446}"/>
                  </a:ext>
                </a:extLst>
              </p:cNvPr>
              <p:cNvSpPr/>
              <p:nvPr/>
            </p:nvSpPr>
            <p:spPr>
              <a:xfrm>
                <a:off x="8812025" y="2896794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F1241CC3-EBAD-1BD7-5820-3F434073D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633891"/>
              <a:ext cx="46023" cy="45719"/>
            </a:xfrm>
            <a:prstGeom prst="rect">
              <a:avLst/>
            </a:prstGeom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69E5F8BE-630E-274E-1820-2C2728963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5" y="1554729"/>
              <a:ext cx="46023" cy="45719"/>
            </a:xfrm>
            <a:prstGeom prst="rect">
              <a:avLst/>
            </a:prstGeom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9CA69C4C-AE98-BCA6-1CC9-D8899FDE8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2856" b="-26027"/>
            <a:stretch>
              <a:fillRect/>
            </a:stretch>
          </p:blipFill>
          <p:spPr>
            <a:xfrm rot="5400000">
              <a:off x="3415226" y="1476655"/>
              <a:ext cx="46023" cy="45719"/>
            </a:xfrm>
            <a:prstGeom prst="rect">
              <a:avLst/>
            </a:prstGeom>
          </p:spPr>
        </p:pic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4CF86956-3010-D3FC-2E18-8ABA1B91700F}"/>
              </a:ext>
            </a:extLst>
          </p:cNvPr>
          <p:cNvGrpSpPr/>
          <p:nvPr/>
        </p:nvGrpSpPr>
        <p:grpSpPr>
          <a:xfrm rot="10800000">
            <a:off x="6342386" y="2156629"/>
            <a:ext cx="404274" cy="1383307"/>
            <a:chOff x="2602207" y="4916632"/>
            <a:chExt cx="404274" cy="1383307"/>
          </a:xfrm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AB64556F-2C01-CA36-D436-8F7B5542EF49}"/>
                </a:ext>
              </a:extLst>
            </p:cNvPr>
            <p:cNvGrpSpPr/>
            <p:nvPr/>
          </p:nvGrpSpPr>
          <p:grpSpPr>
            <a:xfrm>
              <a:off x="2602207" y="4916632"/>
              <a:ext cx="404274" cy="1383307"/>
              <a:chOff x="2373597" y="2247830"/>
              <a:chExt cx="404274" cy="1383307"/>
            </a:xfrm>
          </p:grpSpPr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E3782A07-FABA-6972-87F5-5884A327861B}"/>
                  </a:ext>
                </a:extLst>
              </p:cNvPr>
              <p:cNvGrpSpPr/>
              <p:nvPr/>
            </p:nvGrpSpPr>
            <p:grpSpPr>
              <a:xfrm>
                <a:off x="2373597" y="2476440"/>
                <a:ext cx="404274" cy="1154697"/>
                <a:chOff x="8724193" y="2058539"/>
                <a:chExt cx="404274" cy="1154697"/>
              </a:xfrm>
            </p:grpSpPr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6B08F97F-6372-2198-84B0-78912A95C9A1}"/>
                    </a:ext>
                  </a:extLst>
                </p:cNvPr>
                <p:cNvCxnSpPr>
                  <a:cxnSpLocks/>
                  <a:stCxn id="153" idx="4"/>
                  <a:endCxn id="155" idx="0"/>
                </p:cNvCxnSpPr>
                <p:nvPr/>
              </p:nvCxnSpPr>
              <p:spPr>
                <a:xfrm flipV="1">
                  <a:off x="8926330" y="2058539"/>
                  <a:ext cx="0" cy="75042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9A4EE4AC-8097-D86D-1F45-A8E0A0D4A9B2}"/>
                    </a:ext>
                  </a:extLst>
                </p:cNvPr>
                <p:cNvSpPr/>
                <p:nvPr/>
              </p:nvSpPr>
              <p:spPr>
                <a:xfrm>
                  <a:off x="8724193" y="2808962"/>
                  <a:ext cx="404274" cy="40427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93C2FCC2-D637-4E35-7168-BBCAB33609A9}"/>
                  </a:ext>
                </a:extLst>
              </p:cNvPr>
              <p:cNvSpPr/>
              <p:nvPr/>
            </p:nvSpPr>
            <p:spPr>
              <a:xfrm>
                <a:off x="2461429" y="2247830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2D560EE2-EF0D-9EA5-7815-68C74DDB2E67}"/>
                </a:ext>
              </a:extLst>
            </p:cNvPr>
            <p:cNvCxnSpPr>
              <a:cxnSpLocks/>
              <a:stCxn id="155" idx="6"/>
              <a:endCxn id="155" idx="2"/>
            </p:cNvCxnSpPr>
            <p:nvPr/>
          </p:nvCxnSpPr>
          <p:spPr>
            <a:xfrm flipH="1">
              <a:off x="2602207" y="6097802"/>
              <a:ext cx="40427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43148A55-7474-F993-DE05-A2592C951700}"/>
                </a:ext>
              </a:extLst>
            </p:cNvPr>
            <p:cNvCxnSpPr>
              <a:cxnSpLocks/>
              <a:stCxn id="155" idx="0"/>
              <a:endCxn id="155" idx="4"/>
            </p:cNvCxnSpPr>
            <p:nvPr/>
          </p:nvCxnSpPr>
          <p:spPr>
            <a:xfrm>
              <a:off x="2804344" y="5895665"/>
              <a:ext cx="0" cy="4042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370EB25F-8753-39B1-5D5D-F1309D329934}"/>
              </a:ext>
            </a:extLst>
          </p:cNvPr>
          <p:cNvGrpSpPr/>
          <p:nvPr/>
        </p:nvGrpSpPr>
        <p:grpSpPr>
          <a:xfrm>
            <a:off x="7217550" y="3312465"/>
            <a:ext cx="404274" cy="1383307"/>
            <a:chOff x="2602207" y="4916632"/>
            <a:chExt cx="404274" cy="1383307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A4223234-C715-03E8-A7C1-B6F3A38F881B}"/>
                </a:ext>
              </a:extLst>
            </p:cNvPr>
            <p:cNvGrpSpPr/>
            <p:nvPr/>
          </p:nvGrpSpPr>
          <p:grpSpPr>
            <a:xfrm>
              <a:off x="2602207" y="4916632"/>
              <a:ext cx="404274" cy="1383307"/>
              <a:chOff x="2373597" y="2247830"/>
              <a:chExt cx="404274" cy="1383307"/>
            </a:xfrm>
          </p:grpSpPr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AD31196D-4788-FFFD-0F0C-F6ECCB370BE8}"/>
                  </a:ext>
                </a:extLst>
              </p:cNvPr>
              <p:cNvGrpSpPr/>
              <p:nvPr/>
            </p:nvGrpSpPr>
            <p:grpSpPr>
              <a:xfrm>
                <a:off x="2373597" y="2476440"/>
                <a:ext cx="404274" cy="1154697"/>
                <a:chOff x="8724193" y="2058539"/>
                <a:chExt cx="404274" cy="1154697"/>
              </a:xfrm>
            </p:grpSpPr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C1C8E7C5-8B50-F59B-4263-B4DB109B04D6}"/>
                    </a:ext>
                  </a:extLst>
                </p:cNvPr>
                <p:cNvCxnSpPr>
                  <a:cxnSpLocks/>
                  <a:stCxn id="161" idx="4"/>
                  <a:endCxn id="163" idx="0"/>
                </p:cNvCxnSpPr>
                <p:nvPr/>
              </p:nvCxnSpPr>
              <p:spPr>
                <a:xfrm flipV="1">
                  <a:off x="8926330" y="2058539"/>
                  <a:ext cx="0" cy="75042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AE8720B4-D5DF-E05E-CE9F-8D810939A955}"/>
                    </a:ext>
                  </a:extLst>
                </p:cNvPr>
                <p:cNvSpPr/>
                <p:nvPr/>
              </p:nvSpPr>
              <p:spPr>
                <a:xfrm>
                  <a:off x="8724193" y="2808962"/>
                  <a:ext cx="404274" cy="40427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42414B3A-49D8-D888-7A1B-51528657D16E}"/>
                  </a:ext>
                </a:extLst>
              </p:cNvPr>
              <p:cNvSpPr/>
              <p:nvPr/>
            </p:nvSpPr>
            <p:spPr>
              <a:xfrm>
                <a:off x="2461429" y="2247830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6AAD2A1A-7298-DF05-8986-9ED1FAC6915B}"/>
                </a:ext>
              </a:extLst>
            </p:cNvPr>
            <p:cNvCxnSpPr>
              <a:cxnSpLocks/>
              <a:stCxn id="163" idx="6"/>
              <a:endCxn id="163" idx="2"/>
            </p:cNvCxnSpPr>
            <p:nvPr/>
          </p:nvCxnSpPr>
          <p:spPr>
            <a:xfrm flipH="1">
              <a:off x="2602207" y="6097802"/>
              <a:ext cx="40427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F5466D73-97C9-8D3A-11AD-72BAD5746A37}"/>
                </a:ext>
              </a:extLst>
            </p:cNvPr>
            <p:cNvCxnSpPr>
              <a:cxnSpLocks/>
              <a:stCxn id="163" idx="0"/>
              <a:endCxn id="163" idx="4"/>
            </p:cNvCxnSpPr>
            <p:nvPr/>
          </p:nvCxnSpPr>
          <p:spPr>
            <a:xfrm>
              <a:off x="2804344" y="5895665"/>
              <a:ext cx="0" cy="4042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4B06377-8FFF-7EA2-F5D5-D0CA290B0638}"/>
              </a:ext>
            </a:extLst>
          </p:cNvPr>
          <p:cNvGrpSpPr/>
          <p:nvPr/>
        </p:nvGrpSpPr>
        <p:grpSpPr>
          <a:xfrm>
            <a:off x="7803397" y="4187520"/>
            <a:ext cx="659625" cy="616689"/>
            <a:chOff x="7803397" y="3120655"/>
            <a:chExt cx="659625" cy="616689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39CDF297-FF6E-088D-862E-4ACFC11ECC30}"/>
                </a:ext>
              </a:extLst>
            </p:cNvPr>
            <p:cNvGrpSpPr/>
            <p:nvPr/>
          </p:nvGrpSpPr>
          <p:grpSpPr>
            <a:xfrm>
              <a:off x="7803397" y="3120655"/>
              <a:ext cx="659625" cy="616689"/>
              <a:chOff x="8537944" y="1831553"/>
              <a:chExt cx="659625" cy="616689"/>
            </a:xfrm>
          </p:grpSpPr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FC9FF829-098C-1A70-0348-5A1BCC0FA535}"/>
                  </a:ext>
                </a:extLst>
              </p:cNvPr>
              <p:cNvSpPr/>
              <p:nvPr/>
            </p:nvSpPr>
            <p:spPr>
              <a:xfrm>
                <a:off x="8537944" y="1831553"/>
                <a:ext cx="616689" cy="616689"/>
              </a:xfrm>
              <a:prstGeom prst="rect">
                <a:avLst/>
              </a:prstGeom>
              <a:solidFill>
                <a:srgbClr val="FF2161">
                  <a:alpha val="50196"/>
                </a:srgb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68" name="Picture 57">
                <a:extLst>
                  <a:ext uri="{FF2B5EF4-FFF2-40B4-BE49-F238E27FC236}">
                    <a16:creationId xmlns:a16="http://schemas.microsoft.com/office/drawing/2014/main" id="{6D0A51A6-3036-B943-4619-53F2C9A0D6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8587331" y="1838173"/>
                <a:ext cx="610238" cy="363237"/>
              </a:xfrm>
              <a:prstGeom prst="rect">
                <a:avLst/>
              </a:prstGeom>
            </p:spPr>
          </p:pic>
        </p:grpSp>
        <p:pic>
          <p:nvPicPr>
            <p:cNvPr id="166" name="Picture 165">
              <a:extLst>
                <a:ext uri="{FF2B5EF4-FFF2-40B4-BE49-F238E27FC236}">
                  <a16:creationId xmlns:a16="http://schemas.microsoft.com/office/drawing/2014/main" id="{25ED3398-83EF-EC87-DF4F-1EDEBD5A5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047270" y="3539324"/>
              <a:ext cx="128941" cy="146524"/>
            </a:xfrm>
            <a:prstGeom prst="rect">
              <a:avLst/>
            </a:prstGeom>
          </p:spPr>
        </p:pic>
      </p:grpSp>
      <p:pic>
        <p:nvPicPr>
          <p:cNvPr id="169" name="Picture 168">
            <a:extLst>
              <a:ext uri="{FF2B5EF4-FFF2-40B4-BE49-F238E27FC236}">
                <a16:creationId xmlns:a16="http://schemas.microsoft.com/office/drawing/2014/main" id="{11993C47-D346-6C62-2F5B-EFA2C80B95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312" y="1939295"/>
            <a:ext cx="439278" cy="59362"/>
          </a:xfrm>
          <a:prstGeom prst="rect">
            <a:avLst/>
          </a:pr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id="{56FDB8F7-7B18-F526-0E65-8EC40EF8BC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312" y="4105736"/>
            <a:ext cx="439278" cy="59362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1CC036D3-7AAC-2BBA-610D-A3D7BEB10F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6711" y="1032753"/>
            <a:ext cx="366833" cy="34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913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98D674-F499-9B51-27AF-928C16BFC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250" y="3059070"/>
            <a:ext cx="599885" cy="50444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95E3C31-F578-9D3A-E20D-B5403779A392}"/>
              </a:ext>
            </a:extLst>
          </p:cNvPr>
          <p:cNvCxnSpPr>
            <a:cxnSpLocks/>
          </p:cNvCxnSpPr>
          <p:nvPr/>
        </p:nvCxnSpPr>
        <p:spPr>
          <a:xfrm flipV="1">
            <a:off x="1852304" y="3291076"/>
            <a:ext cx="9185042" cy="202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EA4B30-DC17-41CF-EED7-EFF4C627ED5F}"/>
              </a:ext>
            </a:extLst>
          </p:cNvPr>
          <p:cNvCxnSpPr>
            <a:cxnSpLocks/>
          </p:cNvCxnSpPr>
          <p:nvPr/>
        </p:nvCxnSpPr>
        <p:spPr>
          <a:xfrm flipV="1">
            <a:off x="1852304" y="2225261"/>
            <a:ext cx="9185042" cy="158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2D4B331-CDE7-87E7-8812-AA27AFF6D45F}"/>
              </a:ext>
            </a:extLst>
          </p:cNvPr>
          <p:cNvGrpSpPr/>
          <p:nvPr/>
        </p:nvGrpSpPr>
        <p:grpSpPr>
          <a:xfrm>
            <a:off x="3295908" y="1578793"/>
            <a:ext cx="228610" cy="1826888"/>
            <a:chOff x="8812025" y="1298516"/>
            <a:chExt cx="228610" cy="1826888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33A2E13-7B76-B7AD-EA61-2E5F3A968EC9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>
              <a:off x="8926330" y="1298516"/>
              <a:ext cx="0" cy="159827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E46B1EE-1309-8E2C-DDAB-237BA6BFA137}"/>
                </a:ext>
              </a:extLst>
            </p:cNvPr>
            <p:cNvSpPr/>
            <p:nvPr/>
          </p:nvSpPr>
          <p:spPr>
            <a:xfrm>
              <a:off x="8812025" y="2896794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77825EC-50B5-3A9C-5797-1E015C9B39E6}"/>
              </a:ext>
            </a:extLst>
          </p:cNvPr>
          <p:cNvCxnSpPr>
            <a:cxnSpLocks/>
          </p:cNvCxnSpPr>
          <p:nvPr/>
        </p:nvCxnSpPr>
        <p:spPr>
          <a:xfrm>
            <a:off x="1852304" y="4378160"/>
            <a:ext cx="918504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81C6A704-5695-D9BA-71E6-88D52984E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250" y="4125936"/>
            <a:ext cx="477181" cy="50444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F6F1AFA-C9B6-A79F-DD77-C0C6867F5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250" y="5192801"/>
            <a:ext cx="477181" cy="504448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E402DCCE-AC1C-7B06-2A5C-34DCF44F4B18}"/>
              </a:ext>
            </a:extLst>
          </p:cNvPr>
          <p:cNvGrpSpPr/>
          <p:nvPr/>
        </p:nvGrpSpPr>
        <p:grpSpPr>
          <a:xfrm>
            <a:off x="2168507" y="1352548"/>
            <a:ext cx="228610" cy="996658"/>
            <a:chOff x="3322668" y="1476503"/>
            <a:chExt cx="228610" cy="996658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350530E-73E9-6D4D-BFE3-8AE830C37219}"/>
                </a:ext>
              </a:extLst>
            </p:cNvPr>
            <p:cNvGrpSpPr/>
            <p:nvPr/>
          </p:nvGrpSpPr>
          <p:grpSpPr>
            <a:xfrm>
              <a:off x="3322668" y="1706599"/>
              <a:ext cx="228610" cy="766562"/>
              <a:chOff x="8812025" y="2358842"/>
              <a:chExt cx="228610" cy="766562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98F83C0-2987-949B-E434-9B8EBB1DB0D9}"/>
                  </a:ext>
                </a:extLst>
              </p:cNvPr>
              <p:cNvCxnSpPr>
                <a:cxnSpLocks/>
                <a:endCxn id="51" idx="0"/>
              </p:cNvCxnSpPr>
              <p:nvPr/>
            </p:nvCxnSpPr>
            <p:spPr>
              <a:xfrm>
                <a:off x="8926330" y="2358842"/>
                <a:ext cx="0" cy="5379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52874743-D703-5B1B-F553-0412FB3155D3}"/>
                  </a:ext>
                </a:extLst>
              </p:cNvPr>
              <p:cNvSpPr/>
              <p:nvPr/>
            </p:nvSpPr>
            <p:spPr>
              <a:xfrm>
                <a:off x="8812025" y="2896794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33BE4671-4184-2D35-096A-9D117FAF6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2856" b="-26027"/>
            <a:stretch>
              <a:fillRect/>
            </a:stretch>
          </p:blipFill>
          <p:spPr>
            <a:xfrm rot="5400000">
              <a:off x="3415225" y="1633891"/>
              <a:ext cx="46023" cy="45719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626F2642-E576-9740-B01B-0A4F29E48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2856" b="-26027"/>
            <a:stretch>
              <a:fillRect/>
            </a:stretch>
          </p:blipFill>
          <p:spPr>
            <a:xfrm rot="5400000">
              <a:off x="3415225" y="1554729"/>
              <a:ext cx="46023" cy="45719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16457069-A544-12DA-E2A0-638374A47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2856" b="-26027"/>
            <a:stretch>
              <a:fillRect/>
            </a:stretch>
          </p:blipFill>
          <p:spPr>
            <a:xfrm rot="5400000">
              <a:off x="3415226" y="1476655"/>
              <a:ext cx="46023" cy="45719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482BF16-11AC-FB95-94BE-3780A598E6A0}"/>
              </a:ext>
            </a:extLst>
          </p:cNvPr>
          <p:cNvGrpSpPr/>
          <p:nvPr/>
        </p:nvGrpSpPr>
        <p:grpSpPr>
          <a:xfrm>
            <a:off x="5104461" y="1578793"/>
            <a:ext cx="228610" cy="2906824"/>
            <a:chOff x="8812025" y="218580"/>
            <a:chExt cx="228610" cy="2906824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DF9B180-6397-C103-915A-34100B297C93}"/>
                </a:ext>
              </a:extLst>
            </p:cNvPr>
            <p:cNvCxnSpPr>
              <a:cxnSpLocks/>
              <a:endCxn id="79" idx="0"/>
            </p:cNvCxnSpPr>
            <p:nvPr/>
          </p:nvCxnSpPr>
          <p:spPr>
            <a:xfrm>
              <a:off x="8926330" y="218580"/>
              <a:ext cx="0" cy="267821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3BF0A6B4-D54C-EAE7-6F61-E841F582AE0C}"/>
                </a:ext>
              </a:extLst>
            </p:cNvPr>
            <p:cNvSpPr/>
            <p:nvPr/>
          </p:nvSpPr>
          <p:spPr>
            <a:xfrm>
              <a:off x="8812025" y="2896794"/>
              <a:ext cx="228610" cy="22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F50D45E-9065-598F-B37C-506FD202C780}"/>
              </a:ext>
            </a:extLst>
          </p:cNvPr>
          <p:cNvGrpSpPr/>
          <p:nvPr/>
        </p:nvGrpSpPr>
        <p:grpSpPr>
          <a:xfrm>
            <a:off x="7509004" y="1348697"/>
            <a:ext cx="228610" cy="996658"/>
            <a:chOff x="3322668" y="1476503"/>
            <a:chExt cx="228610" cy="996658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37677F11-CDBB-5122-0DBB-424BA8E45FF7}"/>
                </a:ext>
              </a:extLst>
            </p:cNvPr>
            <p:cNvGrpSpPr/>
            <p:nvPr/>
          </p:nvGrpSpPr>
          <p:grpSpPr>
            <a:xfrm>
              <a:off x="3322668" y="1706599"/>
              <a:ext cx="228610" cy="766562"/>
              <a:chOff x="8812025" y="2358842"/>
              <a:chExt cx="228610" cy="766562"/>
            </a:xfrm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528AD54F-11BB-CA51-C21E-6D8832A3695B}"/>
                  </a:ext>
                </a:extLst>
              </p:cNvPr>
              <p:cNvCxnSpPr>
                <a:cxnSpLocks/>
                <a:endCxn id="100" idx="0"/>
              </p:cNvCxnSpPr>
              <p:nvPr/>
            </p:nvCxnSpPr>
            <p:spPr>
              <a:xfrm>
                <a:off x="8926330" y="2358842"/>
                <a:ext cx="0" cy="5379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1770ACA6-EDCA-D774-483B-1B84B7F1ADE4}"/>
                  </a:ext>
                </a:extLst>
              </p:cNvPr>
              <p:cNvSpPr/>
              <p:nvPr/>
            </p:nvSpPr>
            <p:spPr>
              <a:xfrm>
                <a:off x="8812025" y="2896794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08AAD587-3868-75FB-E12B-511A540CB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2856" b="-26027"/>
            <a:stretch>
              <a:fillRect/>
            </a:stretch>
          </p:blipFill>
          <p:spPr>
            <a:xfrm rot="5400000">
              <a:off x="3415225" y="1633891"/>
              <a:ext cx="46023" cy="45719"/>
            </a:xfrm>
            <a:prstGeom prst="rect">
              <a:avLst/>
            </a:prstGeom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2BE4D1EF-026A-9FFD-FD0F-AC8FBF95B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2856" b="-26027"/>
            <a:stretch>
              <a:fillRect/>
            </a:stretch>
          </p:blipFill>
          <p:spPr>
            <a:xfrm rot="5400000">
              <a:off x="3415225" y="1554729"/>
              <a:ext cx="46023" cy="45719"/>
            </a:xfrm>
            <a:prstGeom prst="rect">
              <a:avLst/>
            </a:prstGeom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EDA9CF16-AC0B-DF5E-FBA7-022E5032C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2856" b="-26027"/>
            <a:stretch>
              <a:fillRect/>
            </a:stretch>
          </p:blipFill>
          <p:spPr>
            <a:xfrm rot="5400000">
              <a:off x="3415226" y="1476655"/>
              <a:ext cx="46023" cy="45719"/>
            </a:xfrm>
            <a:prstGeom prst="rect">
              <a:avLst/>
            </a:prstGeom>
          </p:spPr>
        </p:pic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B89441E-22CA-70A9-BAA3-CC2691CFAE11}"/>
              </a:ext>
            </a:extLst>
          </p:cNvPr>
          <p:cNvGrpSpPr/>
          <p:nvPr/>
        </p:nvGrpSpPr>
        <p:grpSpPr>
          <a:xfrm>
            <a:off x="5523389" y="3194760"/>
            <a:ext cx="404274" cy="2452402"/>
            <a:chOff x="2602207" y="4916632"/>
            <a:chExt cx="404274" cy="2452402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C342DC6F-C3EC-14BC-8998-FB8FF57B4FC6}"/>
                </a:ext>
              </a:extLst>
            </p:cNvPr>
            <p:cNvGrpSpPr/>
            <p:nvPr/>
          </p:nvGrpSpPr>
          <p:grpSpPr>
            <a:xfrm>
              <a:off x="2602207" y="4916632"/>
              <a:ext cx="404274" cy="2452402"/>
              <a:chOff x="2373597" y="2247830"/>
              <a:chExt cx="404274" cy="2452402"/>
            </a:xfrm>
          </p:grpSpPr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C8C8FBC7-9B0B-ED04-BF15-F424D82E13E1}"/>
                  </a:ext>
                </a:extLst>
              </p:cNvPr>
              <p:cNvGrpSpPr/>
              <p:nvPr/>
            </p:nvGrpSpPr>
            <p:grpSpPr>
              <a:xfrm>
                <a:off x="2373597" y="2476440"/>
                <a:ext cx="404274" cy="2223792"/>
                <a:chOff x="8724193" y="2058539"/>
                <a:chExt cx="404274" cy="2223792"/>
              </a:xfrm>
            </p:grpSpPr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17403670-79F8-C5C6-5711-6CCC4933657F}"/>
                    </a:ext>
                  </a:extLst>
                </p:cNvPr>
                <p:cNvCxnSpPr>
                  <a:cxnSpLocks/>
                  <a:stCxn id="114" idx="4"/>
                  <a:endCxn id="116" idx="0"/>
                </p:cNvCxnSpPr>
                <p:nvPr/>
              </p:nvCxnSpPr>
              <p:spPr>
                <a:xfrm>
                  <a:off x="8926330" y="2058539"/>
                  <a:ext cx="0" cy="181951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8A652E54-C2DE-B5F7-336C-50346FBD21D9}"/>
                    </a:ext>
                  </a:extLst>
                </p:cNvPr>
                <p:cNvSpPr/>
                <p:nvPr/>
              </p:nvSpPr>
              <p:spPr>
                <a:xfrm>
                  <a:off x="8724193" y="3878057"/>
                  <a:ext cx="404274" cy="40427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AC14A805-7EAC-707D-9602-D70C8750F4EB}"/>
                  </a:ext>
                </a:extLst>
              </p:cNvPr>
              <p:cNvSpPr/>
              <p:nvPr/>
            </p:nvSpPr>
            <p:spPr>
              <a:xfrm>
                <a:off x="2461429" y="2247830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58F8E1D-A0C3-EC4B-D6F8-63210F36E7EF}"/>
                </a:ext>
              </a:extLst>
            </p:cNvPr>
            <p:cNvCxnSpPr>
              <a:cxnSpLocks/>
              <a:stCxn id="116" idx="6"/>
              <a:endCxn id="116" idx="2"/>
            </p:cNvCxnSpPr>
            <p:nvPr/>
          </p:nvCxnSpPr>
          <p:spPr>
            <a:xfrm flipH="1">
              <a:off x="2602207" y="7166897"/>
              <a:ext cx="40427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A201F4F-B7E2-AAA6-3CEE-2BA73498A8D9}"/>
                </a:ext>
              </a:extLst>
            </p:cNvPr>
            <p:cNvCxnSpPr>
              <a:cxnSpLocks/>
              <a:stCxn id="116" idx="0"/>
              <a:endCxn id="116" idx="4"/>
            </p:cNvCxnSpPr>
            <p:nvPr/>
          </p:nvCxnSpPr>
          <p:spPr>
            <a:xfrm>
              <a:off x="2804344" y="6964760"/>
              <a:ext cx="0" cy="4042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9A8237C-956E-D473-DE9A-A16BB49E1A2F}"/>
              </a:ext>
            </a:extLst>
          </p:cNvPr>
          <p:cNvCxnSpPr>
            <a:cxnSpLocks/>
          </p:cNvCxnSpPr>
          <p:nvPr/>
        </p:nvCxnSpPr>
        <p:spPr>
          <a:xfrm>
            <a:off x="1852303" y="6520044"/>
            <a:ext cx="918504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5DE7A5B-C20A-B17A-8298-8B1CECD0A144}"/>
              </a:ext>
            </a:extLst>
          </p:cNvPr>
          <p:cNvCxnSpPr>
            <a:cxnSpLocks/>
          </p:cNvCxnSpPr>
          <p:nvPr/>
        </p:nvCxnSpPr>
        <p:spPr>
          <a:xfrm>
            <a:off x="1852303" y="5449900"/>
            <a:ext cx="918504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BB6D436A-3EFF-1AB6-E9AB-7A15D7DC8799}"/>
              </a:ext>
            </a:extLst>
          </p:cNvPr>
          <p:cNvCxnSpPr>
            <a:cxnSpLocks/>
          </p:cNvCxnSpPr>
          <p:nvPr/>
        </p:nvCxnSpPr>
        <p:spPr>
          <a:xfrm>
            <a:off x="1852303" y="7586909"/>
            <a:ext cx="918504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4" name="Picture 133">
            <a:extLst>
              <a:ext uri="{FF2B5EF4-FFF2-40B4-BE49-F238E27FC236}">
                <a16:creationId xmlns:a16="http://schemas.microsoft.com/office/drawing/2014/main" id="{57A18A95-72E2-B508-F0F8-E58B43648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250" y="1993039"/>
            <a:ext cx="599885" cy="504449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E3E7816F-CCFA-5444-7FF6-89E3EC292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250" y="6267820"/>
            <a:ext cx="477181" cy="504448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9C9D8648-6E52-E5C1-EBC3-7D01185DD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250" y="7334685"/>
            <a:ext cx="477181" cy="504448"/>
          </a:xfrm>
          <a:prstGeom prst="rect">
            <a:avLst/>
          </a:prstGeom>
        </p:spPr>
      </p:pic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FCB0B6F-4C78-F164-19A3-AE021766204A}"/>
              </a:ext>
            </a:extLst>
          </p:cNvPr>
          <p:cNvGrpSpPr/>
          <p:nvPr/>
        </p:nvGrpSpPr>
        <p:grpSpPr>
          <a:xfrm>
            <a:off x="2079552" y="3194760"/>
            <a:ext cx="404274" cy="1383307"/>
            <a:chOff x="2602207" y="4916632"/>
            <a:chExt cx="404274" cy="1383307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E99E83FD-9505-1331-585A-6EAB21F6A7B1}"/>
                </a:ext>
              </a:extLst>
            </p:cNvPr>
            <p:cNvGrpSpPr/>
            <p:nvPr/>
          </p:nvGrpSpPr>
          <p:grpSpPr>
            <a:xfrm>
              <a:off x="2602207" y="4916632"/>
              <a:ext cx="404274" cy="1383307"/>
              <a:chOff x="2373597" y="2247830"/>
              <a:chExt cx="404274" cy="1383307"/>
            </a:xfrm>
          </p:grpSpPr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495983F1-9D70-B54C-98F0-E65873AA2FB9}"/>
                  </a:ext>
                </a:extLst>
              </p:cNvPr>
              <p:cNvGrpSpPr/>
              <p:nvPr/>
            </p:nvGrpSpPr>
            <p:grpSpPr>
              <a:xfrm>
                <a:off x="2373597" y="2476440"/>
                <a:ext cx="404274" cy="1154697"/>
                <a:chOff x="8724193" y="2058539"/>
                <a:chExt cx="404274" cy="1154697"/>
              </a:xfrm>
            </p:grpSpPr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9722B509-6748-A96E-2831-F0F2FF8DB39A}"/>
                    </a:ext>
                  </a:extLst>
                </p:cNvPr>
                <p:cNvCxnSpPr>
                  <a:cxnSpLocks/>
                  <a:stCxn id="142" idx="4"/>
                  <a:endCxn id="144" idx="0"/>
                </p:cNvCxnSpPr>
                <p:nvPr/>
              </p:nvCxnSpPr>
              <p:spPr>
                <a:xfrm flipV="1">
                  <a:off x="8926330" y="2058539"/>
                  <a:ext cx="0" cy="75042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0149A20A-ABFB-8DB3-32DB-35FF5EE7F2E1}"/>
                    </a:ext>
                  </a:extLst>
                </p:cNvPr>
                <p:cNvSpPr/>
                <p:nvPr/>
              </p:nvSpPr>
              <p:spPr>
                <a:xfrm>
                  <a:off x="8724193" y="2808962"/>
                  <a:ext cx="404274" cy="40427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331DE9F7-785A-064F-3A51-E2B9BDD0F52E}"/>
                  </a:ext>
                </a:extLst>
              </p:cNvPr>
              <p:cNvSpPr/>
              <p:nvPr/>
            </p:nvSpPr>
            <p:spPr>
              <a:xfrm>
                <a:off x="2461429" y="2247830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8537F8FD-1ECC-B441-604D-AD818F14477A}"/>
                </a:ext>
              </a:extLst>
            </p:cNvPr>
            <p:cNvCxnSpPr>
              <a:cxnSpLocks/>
              <a:stCxn id="144" idx="6"/>
              <a:endCxn id="144" idx="2"/>
            </p:cNvCxnSpPr>
            <p:nvPr/>
          </p:nvCxnSpPr>
          <p:spPr>
            <a:xfrm flipH="1">
              <a:off x="2602207" y="6097802"/>
              <a:ext cx="40427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CA15241-E3E8-FFAA-B142-86B73D9AEFFE}"/>
                </a:ext>
              </a:extLst>
            </p:cNvPr>
            <p:cNvCxnSpPr>
              <a:cxnSpLocks/>
              <a:stCxn id="144" idx="0"/>
              <a:endCxn id="144" idx="4"/>
            </p:cNvCxnSpPr>
            <p:nvPr/>
          </p:nvCxnSpPr>
          <p:spPr>
            <a:xfrm>
              <a:off x="2804344" y="5895665"/>
              <a:ext cx="0" cy="4042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9C4B7123-5A62-C30C-2C1A-A03E6D9533FA}"/>
              </a:ext>
            </a:extLst>
          </p:cNvPr>
          <p:cNvGrpSpPr/>
          <p:nvPr/>
        </p:nvGrpSpPr>
        <p:grpSpPr>
          <a:xfrm>
            <a:off x="3777400" y="2113503"/>
            <a:ext cx="404274" cy="3541814"/>
            <a:chOff x="2602207" y="3835375"/>
            <a:chExt cx="404274" cy="3541814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CB120614-6469-D3DB-BD5B-BF77C5A4B28E}"/>
                </a:ext>
              </a:extLst>
            </p:cNvPr>
            <p:cNvGrpSpPr/>
            <p:nvPr/>
          </p:nvGrpSpPr>
          <p:grpSpPr>
            <a:xfrm>
              <a:off x="2602207" y="3835375"/>
              <a:ext cx="404274" cy="3541814"/>
              <a:chOff x="2373597" y="1166573"/>
              <a:chExt cx="404274" cy="3541814"/>
            </a:xfrm>
          </p:grpSpPr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86971751-605C-F7FE-0008-82514B300D33}"/>
                  </a:ext>
                </a:extLst>
              </p:cNvPr>
              <p:cNvGrpSpPr/>
              <p:nvPr/>
            </p:nvGrpSpPr>
            <p:grpSpPr>
              <a:xfrm>
                <a:off x="2373597" y="1395183"/>
                <a:ext cx="404274" cy="3313204"/>
                <a:chOff x="8724193" y="977282"/>
                <a:chExt cx="404274" cy="3313204"/>
              </a:xfrm>
            </p:grpSpPr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0B8CA201-29AB-8877-275F-3EF0D4890B6B}"/>
                    </a:ext>
                  </a:extLst>
                </p:cNvPr>
                <p:cNvCxnSpPr>
                  <a:cxnSpLocks/>
                  <a:stCxn id="150" idx="4"/>
                  <a:endCxn id="152" idx="0"/>
                </p:cNvCxnSpPr>
                <p:nvPr/>
              </p:nvCxnSpPr>
              <p:spPr>
                <a:xfrm>
                  <a:off x="8926330" y="977282"/>
                  <a:ext cx="0" cy="290893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369AFAE8-F2FD-7348-4085-0676050A3E31}"/>
                    </a:ext>
                  </a:extLst>
                </p:cNvPr>
                <p:cNvSpPr/>
                <p:nvPr/>
              </p:nvSpPr>
              <p:spPr>
                <a:xfrm>
                  <a:off x="8724193" y="3886212"/>
                  <a:ext cx="404274" cy="40427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925BC1F0-52A4-6655-C75F-1410DDB4B2A9}"/>
                  </a:ext>
                </a:extLst>
              </p:cNvPr>
              <p:cNvSpPr/>
              <p:nvPr/>
            </p:nvSpPr>
            <p:spPr>
              <a:xfrm>
                <a:off x="2461429" y="1166573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D92CBF61-D5BA-B9B3-C201-A09D81D45887}"/>
                </a:ext>
              </a:extLst>
            </p:cNvPr>
            <p:cNvCxnSpPr>
              <a:cxnSpLocks/>
              <a:stCxn id="152" idx="6"/>
              <a:endCxn id="152" idx="2"/>
            </p:cNvCxnSpPr>
            <p:nvPr/>
          </p:nvCxnSpPr>
          <p:spPr>
            <a:xfrm flipH="1">
              <a:off x="2602207" y="7175052"/>
              <a:ext cx="40427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B8AD4CBC-A584-089D-1D6A-1DE3CD90B660}"/>
                </a:ext>
              </a:extLst>
            </p:cNvPr>
            <p:cNvCxnSpPr>
              <a:cxnSpLocks/>
              <a:stCxn id="152" idx="0"/>
              <a:endCxn id="152" idx="4"/>
            </p:cNvCxnSpPr>
            <p:nvPr/>
          </p:nvCxnSpPr>
          <p:spPr>
            <a:xfrm>
              <a:off x="2804344" y="6972915"/>
              <a:ext cx="0" cy="4042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4454C841-F597-80EC-0949-155EA7644D67}"/>
              </a:ext>
            </a:extLst>
          </p:cNvPr>
          <p:cNvGrpSpPr/>
          <p:nvPr/>
        </p:nvGrpSpPr>
        <p:grpSpPr>
          <a:xfrm>
            <a:off x="6115984" y="2120596"/>
            <a:ext cx="404274" cy="4598306"/>
            <a:chOff x="2602207" y="4916632"/>
            <a:chExt cx="404274" cy="4598306"/>
          </a:xfrm>
        </p:grpSpPr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B811857F-656A-68AA-1DBF-70E56340EFAE}"/>
                </a:ext>
              </a:extLst>
            </p:cNvPr>
            <p:cNvGrpSpPr/>
            <p:nvPr/>
          </p:nvGrpSpPr>
          <p:grpSpPr>
            <a:xfrm>
              <a:off x="2602207" y="4916632"/>
              <a:ext cx="404274" cy="4598306"/>
              <a:chOff x="2373597" y="2247830"/>
              <a:chExt cx="404274" cy="4598306"/>
            </a:xfrm>
          </p:grpSpPr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8D059018-21C7-04F6-C5C6-235EFA88324E}"/>
                  </a:ext>
                </a:extLst>
              </p:cNvPr>
              <p:cNvGrpSpPr/>
              <p:nvPr/>
            </p:nvGrpSpPr>
            <p:grpSpPr>
              <a:xfrm>
                <a:off x="2373597" y="2476440"/>
                <a:ext cx="404274" cy="4369696"/>
                <a:chOff x="8724193" y="2058539"/>
                <a:chExt cx="404274" cy="4369696"/>
              </a:xfrm>
            </p:grpSpPr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77AEAC50-16F0-D94B-EB7F-3C9A3B73C8BE}"/>
                    </a:ext>
                  </a:extLst>
                </p:cNvPr>
                <p:cNvCxnSpPr>
                  <a:cxnSpLocks/>
                  <a:stCxn id="165" idx="4"/>
                  <a:endCxn id="167" idx="0"/>
                </p:cNvCxnSpPr>
                <p:nvPr/>
              </p:nvCxnSpPr>
              <p:spPr>
                <a:xfrm>
                  <a:off x="8926330" y="2058539"/>
                  <a:ext cx="0" cy="396542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B578E4E4-8223-2333-5C9A-28384B04BA09}"/>
                    </a:ext>
                  </a:extLst>
                </p:cNvPr>
                <p:cNvSpPr/>
                <p:nvPr/>
              </p:nvSpPr>
              <p:spPr>
                <a:xfrm>
                  <a:off x="8724193" y="6023961"/>
                  <a:ext cx="404274" cy="40427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626D03-DDCB-6D0A-D287-3FBDB4343C32}"/>
                  </a:ext>
                </a:extLst>
              </p:cNvPr>
              <p:cNvSpPr/>
              <p:nvPr/>
            </p:nvSpPr>
            <p:spPr>
              <a:xfrm>
                <a:off x="2461429" y="2247830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577802A6-17E1-BD74-B5BA-6A9C04856C7F}"/>
                </a:ext>
              </a:extLst>
            </p:cNvPr>
            <p:cNvCxnSpPr>
              <a:cxnSpLocks/>
              <a:stCxn id="167" idx="6"/>
              <a:endCxn id="167" idx="2"/>
            </p:cNvCxnSpPr>
            <p:nvPr/>
          </p:nvCxnSpPr>
          <p:spPr>
            <a:xfrm flipH="1">
              <a:off x="2602207" y="9312801"/>
              <a:ext cx="40427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C1222B64-73CA-0A86-B32E-F16B30247B63}"/>
                </a:ext>
              </a:extLst>
            </p:cNvPr>
            <p:cNvCxnSpPr>
              <a:cxnSpLocks/>
              <a:stCxn id="167" idx="0"/>
              <a:endCxn id="167" idx="4"/>
            </p:cNvCxnSpPr>
            <p:nvPr/>
          </p:nvCxnSpPr>
          <p:spPr>
            <a:xfrm>
              <a:off x="2804344" y="9110664"/>
              <a:ext cx="0" cy="4042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BA8B0D47-01CA-17E5-878B-EFD02D933D41}"/>
              </a:ext>
            </a:extLst>
          </p:cNvPr>
          <p:cNvGrpSpPr/>
          <p:nvPr/>
        </p:nvGrpSpPr>
        <p:grpSpPr>
          <a:xfrm>
            <a:off x="10424263" y="1353330"/>
            <a:ext cx="228610" cy="3131086"/>
            <a:chOff x="3322668" y="-657925"/>
            <a:chExt cx="228610" cy="3131086"/>
          </a:xfrm>
        </p:grpSpPr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EFE74036-56A2-EB62-00A7-0C956A116849}"/>
                </a:ext>
              </a:extLst>
            </p:cNvPr>
            <p:cNvGrpSpPr/>
            <p:nvPr/>
          </p:nvGrpSpPr>
          <p:grpSpPr>
            <a:xfrm>
              <a:off x="3322668" y="-432462"/>
              <a:ext cx="228610" cy="2905623"/>
              <a:chOff x="8812025" y="219781"/>
              <a:chExt cx="228610" cy="2905623"/>
            </a:xfrm>
          </p:grpSpPr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F76C943C-FE26-5114-6522-EBAE68132EEB}"/>
                  </a:ext>
                </a:extLst>
              </p:cNvPr>
              <p:cNvCxnSpPr>
                <a:cxnSpLocks/>
                <a:endCxn id="177" idx="0"/>
              </p:cNvCxnSpPr>
              <p:nvPr/>
            </p:nvCxnSpPr>
            <p:spPr>
              <a:xfrm>
                <a:off x="8926330" y="219781"/>
                <a:ext cx="0" cy="267701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112DB309-75DA-6B5A-AEE7-6F2BEA932753}"/>
                  </a:ext>
                </a:extLst>
              </p:cNvPr>
              <p:cNvSpPr/>
              <p:nvPr/>
            </p:nvSpPr>
            <p:spPr>
              <a:xfrm>
                <a:off x="8812025" y="2896794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73" name="Picture 172">
              <a:extLst>
                <a:ext uri="{FF2B5EF4-FFF2-40B4-BE49-F238E27FC236}">
                  <a16:creationId xmlns:a16="http://schemas.microsoft.com/office/drawing/2014/main" id="{F2765494-ECC9-0DA0-9922-422B3E98A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2856" b="-26027"/>
            <a:stretch>
              <a:fillRect/>
            </a:stretch>
          </p:blipFill>
          <p:spPr>
            <a:xfrm rot="5400000">
              <a:off x="3412050" y="-500537"/>
              <a:ext cx="46023" cy="45719"/>
            </a:xfrm>
            <a:prstGeom prst="rect">
              <a:avLst/>
            </a:prstGeom>
          </p:spPr>
        </p:pic>
        <p:pic>
          <p:nvPicPr>
            <p:cNvPr id="174" name="Picture 173">
              <a:extLst>
                <a:ext uri="{FF2B5EF4-FFF2-40B4-BE49-F238E27FC236}">
                  <a16:creationId xmlns:a16="http://schemas.microsoft.com/office/drawing/2014/main" id="{5CEF84B9-0DE0-0645-DB3A-57864547F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2856" b="-26027"/>
            <a:stretch>
              <a:fillRect/>
            </a:stretch>
          </p:blipFill>
          <p:spPr>
            <a:xfrm rot="5400000">
              <a:off x="3412050" y="-579699"/>
              <a:ext cx="46023" cy="45719"/>
            </a:xfrm>
            <a:prstGeom prst="rect">
              <a:avLst/>
            </a:prstGeom>
          </p:spPr>
        </p:pic>
        <p:pic>
          <p:nvPicPr>
            <p:cNvPr id="175" name="Picture 174">
              <a:extLst>
                <a:ext uri="{FF2B5EF4-FFF2-40B4-BE49-F238E27FC236}">
                  <a16:creationId xmlns:a16="http://schemas.microsoft.com/office/drawing/2014/main" id="{84207792-8BE7-94DC-5E2B-02D2B1494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2856" b="-26027"/>
            <a:stretch>
              <a:fillRect/>
            </a:stretch>
          </p:blipFill>
          <p:spPr>
            <a:xfrm rot="5400000">
              <a:off x="3412051" y="-657773"/>
              <a:ext cx="46023" cy="45719"/>
            </a:xfrm>
            <a:prstGeom prst="rect">
              <a:avLst/>
            </a:prstGeom>
          </p:spPr>
        </p:pic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D2A7E31-8253-1276-CF92-DF49C8DB5B98}"/>
              </a:ext>
            </a:extLst>
          </p:cNvPr>
          <p:cNvGrpSpPr/>
          <p:nvPr/>
        </p:nvGrpSpPr>
        <p:grpSpPr>
          <a:xfrm>
            <a:off x="7421172" y="4257007"/>
            <a:ext cx="404274" cy="2461895"/>
            <a:chOff x="2602207" y="4916632"/>
            <a:chExt cx="404274" cy="2461895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4F6C437C-2921-AEE3-9B7E-B8A6F0027DDD}"/>
                </a:ext>
              </a:extLst>
            </p:cNvPr>
            <p:cNvGrpSpPr/>
            <p:nvPr/>
          </p:nvGrpSpPr>
          <p:grpSpPr>
            <a:xfrm>
              <a:off x="2602207" y="4916632"/>
              <a:ext cx="404274" cy="2461895"/>
              <a:chOff x="2373597" y="2247830"/>
              <a:chExt cx="404274" cy="2461895"/>
            </a:xfrm>
          </p:grpSpPr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C81AB36B-7451-08AB-0D2E-D2B1335DFBE3}"/>
                  </a:ext>
                </a:extLst>
              </p:cNvPr>
              <p:cNvGrpSpPr/>
              <p:nvPr/>
            </p:nvGrpSpPr>
            <p:grpSpPr>
              <a:xfrm>
                <a:off x="2373597" y="2476440"/>
                <a:ext cx="404274" cy="2233285"/>
                <a:chOff x="8724193" y="2058539"/>
                <a:chExt cx="404274" cy="2233285"/>
              </a:xfrm>
            </p:grpSpPr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952DD9E9-0391-3A97-3409-392DCA1748AA}"/>
                    </a:ext>
                  </a:extLst>
                </p:cNvPr>
                <p:cNvCxnSpPr>
                  <a:cxnSpLocks/>
                  <a:stCxn id="183" idx="4"/>
                  <a:endCxn id="185" idx="0"/>
                </p:cNvCxnSpPr>
                <p:nvPr/>
              </p:nvCxnSpPr>
              <p:spPr>
                <a:xfrm>
                  <a:off x="8926330" y="2058539"/>
                  <a:ext cx="0" cy="182901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965EE3C3-2966-8704-2DE7-C8665B096060}"/>
                    </a:ext>
                  </a:extLst>
                </p:cNvPr>
                <p:cNvSpPr/>
                <p:nvPr/>
              </p:nvSpPr>
              <p:spPr>
                <a:xfrm>
                  <a:off x="8724193" y="3887550"/>
                  <a:ext cx="404274" cy="40427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2812AB21-65EE-FCDE-64F4-A208282C8501}"/>
                  </a:ext>
                </a:extLst>
              </p:cNvPr>
              <p:cNvSpPr/>
              <p:nvPr/>
            </p:nvSpPr>
            <p:spPr>
              <a:xfrm>
                <a:off x="2461429" y="2247830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BB9CFC5C-C22C-6D0E-FD74-F60FA7F1209B}"/>
                </a:ext>
              </a:extLst>
            </p:cNvPr>
            <p:cNvCxnSpPr>
              <a:cxnSpLocks/>
              <a:stCxn id="185" idx="6"/>
              <a:endCxn id="185" idx="2"/>
            </p:cNvCxnSpPr>
            <p:nvPr/>
          </p:nvCxnSpPr>
          <p:spPr>
            <a:xfrm flipH="1">
              <a:off x="2602207" y="7176390"/>
              <a:ext cx="40427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EC109D3E-C9FC-7AC9-B935-265ABA0D7C96}"/>
                </a:ext>
              </a:extLst>
            </p:cNvPr>
            <p:cNvCxnSpPr>
              <a:cxnSpLocks/>
              <a:stCxn id="185" idx="0"/>
              <a:endCxn id="185" idx="4"/>
            </p:cNvCxnSpPr>
            <p:nvPr/>
          </p:nvCxnSpPr>
          <p:spPr>
            <a:xfrm>
              <a:off x="2804344" y="6974253"/>
              <a:ext cx="0" cy="4042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C73964FA-CE7A-AD8B-B597-B452AD70C1F4}"/>
              </a:ext>
            </a:extLst>
          </p:cNvPr>
          <p:cNvGrpSpPr/>
          <p:nvPr/>
        </p:nvGrpSpPr>
        <p:grpSpPr>
          <a:xfrm>
            <a:off x="7902210" y="3194760"/>
            <a:ext cx="404274" cy="4594285"/>
            <a:chOff x="2602207" y="4916632"/>
            <a:chExt cx="404274" cy="4594285"/>
          </a:xfrm>
        </p:grpSpPr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5DAE5B77-E77B-C71A-A662-3A02D73FED63}"/>
                </a:ext>
              </a:extLst>
            </p:cNvPr>
            <p:cNvGrpSpPr/>
            <p:nvPr/>
          </p:nvGrpSpPr>
          <p:grpSpPr>
            <a:xfrm>
              <a:off x="2602207" y="4916632"/>
              <a:ext cx="404274" cy="4594285"/>
              <a:chOff x="2373597" y="2247830"/>
              <a:chExt cx="404274" cy="4594285"/>
            </a:xfrm>
          </p:grpSpPr>
          <p:grpSp>
            <p:nvGrpSpPr>
              <p:cNvPr id="198" name="Group 197">
                <a:extLst>
                  <a:ext uri="{FF2B5EF4-FFF2-40B4-BE49-F238E27FC236}">
                    <a16:creationId xmlns:a16="http://schemas.microsoft.com/office/drawing/2014/main" id="{9E4C36EA-1D88-E4A4-925E-473D9D46C504}"/>
                  </a:ext>
                </a:extLst>
              </p:cNvPr>
              <p:cNvGrpSpPr/>
              <p:nvPr/>
            </p:nvGrpSpPr>
            <p:grpSpPr>
              <a:xfrm>
                <a:off x="2373597" y="2476440"/>
                <a:ext cx="404274" cy="4365675"/>
                <a:chOff x="8724193" y="2058539"/>
                <a:chExt cx="404274" cy="4365675"/>
              </a:xfrm>
            </p:grpSpPr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CCF0E20C-9C28-4EAB-D91E-6FD11A5D842C}"/>
                    </a:ext>
                  </a:extLst>
                </p:cNvPr>
                <p:cNvCxnSpPr>
                  <a:cxnSpLocks/>
                  <a:stCxn id="199" idx="4"/>
                  <a:endCxn id="201" idx="0"/>
                </p:cNvCxnSpPr>
                <p:nvPr/>
              </p:nvCxnSpPr>
              <p:spPr>
                <a:xfrm>
                  <a:off x="8926330" y="2058539"/>
                  <a:ext cx="0" cy="396140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F120BAC8-4338-F906-7DFE-B2D4E7A26078}"/>
                    </a:ext>
                  </a:extLst>
                </p:cNvPr>
                <p:cNvSpPr/>
                <p:nvPr/>
              </p:nvSpPr>
              <p:spPr>
                <a:xfrm>
                  <a:off x="8724193" y="6019940"/>
                  <a:ext cx="404274" cy="40427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128197E7-1EEE-AE31-DAEB-F3744E31339B}"/>
                  </a:ext>
                </a:extLst>
              </p:cNvPr>
              <p:cNvSpPr/>
              <p:nvPr/>
            </p:nvSpPr>
            <p:spPr>
              <a:xfrm>
                <a:off x="2461429" y="2247830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7F36EEAB-AE5F-9FD7-DC56-8150231829F6}"/>
                </a:ext>
              </a:extLst>
            </p:cNvPr>
            <p:cNvCxnSpPr>
              <a:cxnSpLocks/>
              <a:stCxn id="201" idx="6"/>
              <a:endCxn id="201" idx="2"/>
            </p:cNvCxnSpPr>
            <p:nvPr/>
          </p:nvCxnSpPr>
          <p:spPr>
            <a:xfrm flipH="1">
              <a:off x="2602207" y="9308780"/>
              <a:ext cx="40427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484A340A-4DCB-E3B8-1E94-D1527A4551C3}"/>
                </a:ext>
              </a:extLst>
            </p:cNvPr>
            <p:cNvCxnSpPr>
              <a:cxnSpLocks/>
              <a:stCxn id="201" idx="0"/>
              <a:endCxn id="201" idx="4"/>
            </p:cNvCxnSpPr>
            <p:nvPr/>
          </p:nvCxnSpPr>
          <p:spPr>
            <a:xfrm>
              <a:off x="2804344" y="9106643"/>
              <a:ext cx="0" cy="4042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69DACD7F-994D-CE17-49AA-F1BE7EFE42F9}"/>
              </a:ext>
            </a:extLst>
          </p:cNvPr>
          <p:cNvGrpSpPr/>
          <p:nvPr/>
        </p:nvGrpSpPr>
        <p:grpSpPr>
          <a:xfrm>
            <a:off x="9202220" y="4257007"/>
            <a:ext cx="404274" cy="3532038"/>
            <a:chOff x="2602207" y="5978879"/>
            <a:chExt cx="404274" cy="3532038"/>
          </a:xfrm>
        </p:grpSpPr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4D2D8B0A-9120-E55F-14C1-47B9CD466230}"/>
                </a:ext>
              </a:extLst>
            </p:cNvPr>
            <p:cNvGrpSpPr/>
            <p:nvPr/>
          </p:nvGrpSpPr>
          <p:grpSpPr>
            <a:xfrm>
              <a:off x="2602207" y="5978879"/>
              <a:ext cx="404274" cy="3532038"/>
              <a:chOff x="2373597" y="3310077"/>
              <a:chExt cx="404274" cy="3532038"/>
            </a:xfrm>
          </p:grpSpPr>
          <p:grpSp>
            <p:nvGrpSpPr>
              <p:cNvPr id="210" name="Group 209">
                <a:extLst>
                  <a:ext uri="{FF2B5EF4-FFF2-40B4-BE49-F238E27FC236}">
                    <a16:creationId xmlns:a16="http://schemas.microsoft.com/office/drawing/2014/main" id="{C3E37CFD-BED7-FA86-2140-DC826E514AF9}"/>
                  </a:ext>
                </a:extLst>
              </p:cNvPr>
              <p:cNvGrpSpPr/>
              <p:nvPr/>
            </p:nvGrpSpPr>
            <p:grpSpPr>
              <a:xfrm>
                <a:off x="2373597" y="3538687"/>
                <a:ext cx="404274" cy="3303428"/>
                <a:chOff x="8724193" y="3120786"/>
                <a:chExt cx="404274" cy="3303428"/>
              </a:xfrm>
            </p:grpSpPr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D4DD8381-3003-6C94-ECFF-2BB92EC65EA6}"/>
                    </a:ext>
                  </a:extLst>
                </p:cNvPr>
                <p:cNvCxnSpPr>
                  <a:cxnSpLocks/>
                  <a:stCxn id="211" idx="4"/>
                  <a:endCxn id="213" idx="0"/>
                </p:cNvCxnSpPr>
                <p:nvPr/>
              </p:nvCxnSpPr>
              <p:spPr>
                <a:xfrm>
                  <a:off x="8926330" y="3120786"/>
                  <a:ext cx="0" cy="2899154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BE683BD0-C6C1-86C6-B2F8-24D605E28972}"/>
                    </a:ext>
                  </a:extLst>
                </p:cNvPr>
                <p:cNvSpPr/>
                <p:nvPr/>
              </p:nvSpPr>
              <p:spPr>
                <a:xfrm>
                  <a:off x="8724193" y="6019940"/>
                  <a:ext cx="404274" cy="40427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EC1646F2-7A82-248C-7B8E-B74B1C3F0EE2}"/>
                  </a:ext>
                </a:extLst>
              </p:cNvPr>
              <p:cNvSpPr/>
              <p:nvPr/>
            </p:nvSpPr>
            <p:spPr>
              <a:xfrm>
                <a:off x="2461429" y="3310077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73944B11-C35D-B1A9-8535-5AB3C8D3F6B3}"/>
                </a:ext>
              </a:extLst>
            </p:cNvPr>
            <p:cNvCxnSpPr>
              <a:cxnSpLocks/>
              <a:stCxn id="213" idx="6"/>
              <a:endCxn id="213" idx="2"/>
            </p:cNvCxnSpPr>
            <p:nvPr/>
          </p:nvCxnSpPr>
          <p:spPr>
            <a:xfrm flipH="1">
              <a:off x="2602207" y="9308780"/>
              <a:ext cx="40427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43EFEC56-06FD-98B8-37DF-30CB58755152}"/>
                </a:ext>
              </a:extLst>
            </p:cNvPr>
            <p:cNvCxnSpPr>
              <a:cxnSpLocks/>
              <a:stCxn id="213" idx="0"/>
              <a:endCxn id="213" idx="4"/>
            </p:cNvCxnSpPr>
            <p:nvPr/>
          </p:nvCxnSpPr>
          <p:spPr>
            <a:xfrm>
              <a:off x="2804344" y="9106643"/>
              <a:ext cx="0" cy="4042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A907876C-4435-F326-0C20-54850D81BBEE}"/>
              </a:ext>
            </a:extLst>
          </p:cNvPr>
          <p:cNvGrpSpPr/>
          <p:nvPr/>
        </p:nvGrpSpPr>
        <p:grpSpPr>
          <a:xfrm>
            <a:off x="9295739" y="1353562"/>
            <a:ext cx="228610" cy="2069808"/>
            <a:chOff x="3322668" y="403353"/>
            <a:chExt cx="228610" cy="2069808"/>
          </a:xfrm>
        </p:grpSpPr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3B21D6DE-EBD4-43DF-397C-515B53B2D2F7}"/>
                </a:ext>
              </a:extLst>
            </p:cNvPr>
            <p:cNvGrpSpPr/>
            <p:nvPr/>
          </p:nvGrpSpPr>
          <p:grpSpPr>
            <a:xfrm>
              <a:off x="3322668" y="628584"/>
              <a:ext cx="228610" cy="1844577"/>
              <a:chOff x="8812025" y="1280827"/>
              <a:chExt cx="228610" cy="1844577"/>
            </a:xfrm>
          </p:grpSpPr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3003F886-5BCD-96B6-A226-F7F63F0961EB}"/>
                  </a:ext>
                </a:extLst>
              </p:cNvPr>
              <p:cNvCxnSpPr>
                <a:cxnSpLocks/>
                <a:endCxn id="221" idx="0"/>
              </p:cNvCxnSpPr>
              <p:nvPr/>
            </p:nvCxnSpPr>
            <p:spPr>
              <a:xfrm>
                <a:off x="8926330" y="1280827"/>
                <a:ext cx="0" cy="161596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732CADB4-384B-303A-63B0-A66617518699}"/>
                  </a:ext>
                </a:extLst>
              </p:cNvPr>
              <p:cNvSpPr/>
              <p:nvPr/>
            </p:nvSpPr>
            <p:spPr>
              <a:xfrm>
                <a:off x="8812025" y="2896794"/>
                <a:ext cx="228610" cy="2286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217" name="Picture 216">
              <a:extLst>
                <a:ext uri="{FF2B5EF4-FFF2-40B4-BE49-F238E27FC236}">
                  <a16:creationId xmlns:a16="http://schemas.microsoft.com/office/drawing/2014/main" id="{3A6E2834-39FA-6D54-0EED-F53AD8AA5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2856" b="-26027"/>
            <a:stretch>
              <a:fillRect/>
            </a:stretch>
          </p:blipFill>
          <p:spPr>
            <a:xfrm rot="5400000">
              <a:off x="3415225" y="560741"/>
              <a:ext cx="46023" cy="45719"/>
            </a:xfrm>
            <a:prstGeom prst="rect">
              <a:avLst/>
            </a:prstGeom>
          </p:spPr>
        </p:pic>
        <p:pic>
          <p:nvPicPr>
            <p:cNvPr id="218" name="Picture 217">
              <a:extLst>
                <a:ext uri="{FF2B5EF4-FFF2-40B4-BE49-F238E27FC236}">
                  <a16:creationId xmlns:a16="http://schemas.microsoft.com/office/drawing/2014/main" id="{ACB6A31D-0C2E-0BE4-FA26-1590A02A4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2856" b="-26027"/>
            <a:stretch>
              <a:fillRect/>
            </a:stretch>
          </p:blipFill>
          <p:spPr>
            <a:xfrm rot="5400000">
              <a:off x="3415225" y="481579"/>
              <a:ext cx="46023" cy="45719"/>
            </a:xfrm>
            <a:prstGeom prst="rect">
              <a:avLst/>
            </a:prstGeom>
          </p:spPr>
        </p:pic>
        <p:pic>
          <p:nvPicPr>
            <p:cNvPr id="219" name="Picture 218">
              <a:extLst>
                <a:ext uri="{FF2B5EF4-FFF2-40B4-BE49-F238E27FC236}">
                  <a16:creationId xmlns:a16="http://schemas.microsoft.com/office/drawing/2014/main" id="{3A6C2D47-9E86-AB60-3380-1A1D628B4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2856" b="-26027"/>
            <a:stretch>
              <a:fillRect/>
            </a:stretch>
          </p:blipFill>
          <p:spPr>
            <a:xfrm rot="5400000">
              <a:off x="3415226" y="403505"/>
              <a:ext cx="46023" cy="45719"/>
            </a:xfrm>
            <a:prstGeom prst="rect">
              <a:avLst/>
            </a:prstGeom>
          </p:spPr>
        </p:pic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E4A24ABB-EFDA-6C87-4A6C-D5D3593CC264}"/>
              </a:ext>
            </a:extLst>
          </p:cNvPr>
          <p:cNvGrpSpPr/>
          <p:nvPr/>
        </p:nvGrpSpPr>
        <p:grpSpPr>
          <a:xfrm>
            <a:off x="11040424" y="1917152"/>
            <a:ext cx="661270" cy="5978100"/>
            <a:chOff x="9591746" y="715673"/>
            <a:chExt cx="661270" cy="59781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9B971FD-841F-E128-236B-23C7108165E5}"/>
                </a:ext>
              </a:extLst>
            </p:cNvPr>
            <p:cNvGrpSpPr/>
            <p:nvPr/>
          </p:nvGrpSpPr>
          <p:grpSpPr>
            <a:xfrm>
              <a:off x="9593391" y="3939022"/>
              <a:ext cx="659625" cy="616689"/>
              <a:chOff x="7803397" y="3120655"/>
              <a:chExt cx="659625" cy="616689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199D0A3D-1B67-686F-D5A5-4552E0BE66FF}"/>
                  </a:ext>
                </a:extLst>
              </p:cNvPr>
              <p:cNvGrpSpPr/>
              <p:nvPr/>
            </p:nvGrpSpPr>
            <p:grpSpPr>
              <a:xfrm>
                <a:off x="7803397" y="3120655"/>
                <a:ext cx="659625" cy="616689"/>
                <a:chOff x="8537944" y="1831553"/>
                <a:chExt cx="659625" cy="616689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7D4F16A5-41EB-F457-C45A-4BD1E96C0F44}"/>
                    </a:ext>
                  </a:extLst>
                </p:cNvPr>
                <p:cNvSpPr/>
                <p:nvPr/>
              </p:nvSpPr>
              <p:spPr>
                <a:xfrm>
                  <a:off x="8537944" y="1831553"/>
                  <a:ext cx="616689" cy="616689"/>
                </a:xfrm>
                <a:prstGeom prst="rect">
                  <a:avLst/>
                </a:prstGeom>
                <a:solidFill>
                  <a:srgbClr val="FF2161">
                    <a:alpha val="50196"/>
                  </a:srgb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8" name="Picture 57">
                  <a:extLst>
                    <a:ext uri="{FF2B5EF4-FFF2-40B4-BE49-F238E27FC236}">
                      <a16:creationId xmlns:a16="http://schemas.microsoft.com/office/drawing/2014/main" id="{941CBA2C-24A2-C745-ED70-747476ED57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/>
                <a:stretch/>
              </p:blipFill>
              <p:spPr>
                <a:xfrm>
                  <a:off x="8587331" y="1838173"/>
                  <a:ext cx="610238" cy="363237"/>
                </a:xfrm>
                <a:prstGeom prst="rect">
                  <a:avLst/>
                </a:prstGeom>
              </p:spPr>
            </p:pic>
          </p:grp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51600C7E-2D3A-42F8-0E18-9AF95DE51E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8047270" y="3539324"/>
                <a:ext cx="128941" cy="146524"/>
              </a:xfrm>
              <a:prstGeom prst="rect">
                <a:avLst/>
              </a:prstGeom>
            </p:spPr>
          </p:pic>
        </p:grp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A7311FA3-EDB9-FA11-F943-103B8566F2E0}"/>
                </a:ext>
              </a:extLst>
            </p:cNvPr>
            <p:cNvGrpSpPr/>
            <p:nvPr/>
          </p:nvGrpSpPr>
          <p:grpSpPr>
            <a:xfrm>
              <a:off x="9591746" y="715673"/>
              <a:ext cx="659625" cy="616689"/>
              <a:chOff x="7803397" y="3120655"/>
              <a:chExt cx="659625" cy="616689"/>
            </a:xfrm>
          </p:grpSpPr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121CB663-E71A-2D54-92BA-82B7205D69B9}"/>
                  </a:ext>
                </a:extLst>
              </p:cNvPr>
              <p:cNvGrpSpPr/>
              <p:nvPr/>
            </p:nvGrpSpPr>
            <p:grpSpPr>
              <a:xfrm>
                <a:off x="7803397" y="3120655"/>
                <a:ext cx="659625" cy="616689"/>
                <a:chOff x="8537944" y="1831553"/>
                <a:chExt cx="659625" cy="616689"/>
              </a:xfrm>
            </p:grpSpPr>
            <p:sp>
              <p:nvSpPr>
                <p:cNvPr id="231" name="Rectangle 230">
                  <a:extLst>
                    <a:ext uri="{FF2B5EF4-FFF2-40B4-BE49-F238E27FC236}">
                      <a16:creationId xmlns:a16="http://schemas.microsoft.com/office/drawing/2014/main" id="{97A1F629-7BAA-1AED-9BB5-40B1E7EEF095}"/>
                    </a:ext>
                  </a:extLst>
                </p:cNvPr>
                <p:cNvSpPr/>
                <p:nvPr/>
              </p:nvSpPr>
              <p:spPr>
                <a:xfrm>
                  <a:off x="8537944" y="1831553"/>
                  <a:ext cx="616689" cy="616689"/>
                </a:xfrm>
                <a:prstGeom prst="rect">
                  <a:avLst/>
                </a:prstGeom>
                <a:solidFill>
                  <a:srgbClr val="8DFB84">
                    <a:alpha val="50196"/>
                  </a:srgb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232" name="Picture 57">
                  <a:extLst>
                    <a:ext uri="{FF2B5EF4-FFF2-40B4-BE49-F238E27FC236}">
                      <a16:creationId xmlns:a16="http://schemas.microsoft.com/office/drawing/2014/main" id="{1E6C2F89-4D69-98AC-F61A-E15C3BBC46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/>
                <a:stretch/>
              </p:blipFill>
              <p:spPr>
                <a:xfrm>
                  <a:off x="8587331" y="1838173"/>
                  <a:ext cx="610238" cy="363237"/>
                </a:xfrm>
                <a:prstGeom prst="rect">
                  <a:avLst/>
                </a:prstGeom>
              </p:spPr>
            </p:pic>
          </p:grpSp>
          <p:pic>
            <p:nvPicPr>
              <p:cNvPr id="230" name="Picture 229">
                <a:extLst>
                  <a:ext uri="{FF2B5EF4-FFF2-40B4-BE49-F238E27FC236}">
                    <a16:creationId xmlns:a16="http://schemas.microsoft.com/office/drawing/2014/main" id="{8704E475-11D0-830A-1F4A-04AD1EF174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26757" y="3539324"/>
                <a:ext cx="169968" cy="146524"/>
              </a:xfrm>
              <a:prstGeom prst="rect">
                <a:avLst/>
              </a:prstGeom>
            </p:spPr>
          </p:pic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98516CC4-3C97-8E10-0D7D-8E7E25B151AE}"/>
                </a:ext>
              </a:extLst>
            </p:cNvPr>
            <p:cNvGrpSpPr/>
            <p:nvPr/>
          </p:nvGrpSpPr>
          <p:grpSpPr>
            <a:xfrm>
              <a:off x="9591746" y="1781552"/>
              <a:ext cx="659625" cy="616689"/>
              <a:chOff x="7803397" y="3120655"/>
              <a:chExt cx="659625" cy="616689"/>
            </a:xfrm>
          </p:grpSpPr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E5D1D08F-8040-62F0-EECC-6FA7F86A983B}"/>
                  </a:ext>
                </a:extLst>
              </p:cNvPr>
              <p:cNvGrpSpPr/>
              <p:nvPr/>
            </p:nvGrpSpPr>
            <p:grpSpPr>
              <a:xfrm>
                <a:off x="7803397" y="3120655"/>
                <a:ext cx="659625" cy="616689"/>
                <a:chOff x="8537944" y="1831553"/>
                <a:chExt cx="659625" cy="616689"/>
              </a:xfrm>
            </p:grpSpPr>
            <p:sp>
              <p:nvSpPr>
                <p:cNvPr id="236" name="Rectangle 235">
                  <a:extLst>
                    <a:ext uri="{FF2B5EF4-FFF2-40B4-BE49-F238E27FC236}">
                      <a16:creationId xmlns:a16="http://schemas.microsoft.com/office/drawing/2014/main" id="{837C7A6C-6912-3E96-77DF-81062E2C52B7}"/>
                    </a:ext>
                  </a:extLst>
                </p:cNvPr>
                <p:cNvSpPr/>
                <p:nvPr/>
              </p:nvSpPr>
              <p:spPr>
                <a:xfrm>
                  <a:off x="8537944" y="1831553"/>
                  <a:ext cx="616689" cy="616689"/>
                </a:xfrm>
                <a:prstGeom prst="rect">
                  <a:avLst/>
                </a:prstGeom>
                <a:solidFill>
                  <a:srgbClr val="8DFB84">
                    <a:alpha val="50196"/>
                  </a:srgb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237" name="Picture 57">
                  <a:extLst>
                    <a:ext uri="{FF2B5EF4-FFF2-40B4-BE49-F238E27FC236}">
                      <a16:creationId xmlns:a16="http://schemas.microsoft.com/office/drawing/2014/main" id="{7DBD8426-E740-CFDB-56E9-F64195066F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/>
                <a:stretch/>
              </p:blipFill>
              <p:spPr>
                <a:xfrm>
                  <a:off x="8587331" y="1838173"/>
                  <a:ext cx="610238" cy="363237"/>
                </a:xfrm>
                <a:prstGeom prst="rect">
                  <a:avLst/>
                </a:prstGeom>
              </p:spPr>
            </p:pic>
          </p:grpSp>
          <p:pic>
            <p:nvPicPr>
              <p:cNvPr id="235" name="Picture 234">
                <a:extLst>
                  <a:ext uri="{FF2B5EF4-FFF2-40B4-BE49-F238E27FC236}">
                    <a16:creationId xmlns:a16="http://schemas.microsoft.com/office/drawing/2014/main" id="{6F32FDD2-A6A9-0D42-BA86-C8846DE6D8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26757" y="3539324"/>
                <a:ext cx="169968" cy="146524"/>
              </a:xfrm>
              <a:prstGeom prst="rect">
                <a:avLst/>
              </a:prstGeom>
            </p:spPr>
          </p:pic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E2B7B0F8-13A5-7722-3BEB-4E18CCA18A3B}"/>
                </a:ext>
              </a:extLst>
            </p:cNvPr>
            <p:cNvGrpSpPr/>
            <p:nvPr/>
          </p:nvGrpSpPr>
          <p:grpSpPr>
            <a:xfrm>
              <a:off x="9591746" y="2860287"/>
              <a:ext cx="659625" cy="616689"/>
              <a:chOff x="7803397" y="3120655"/>
              <a:chExt cx="659625" cy="616689"/>
            </a:xfrm>
          </p:grpSpPr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id="{9ECE4154-1CD2-4868-C131-BBE151629D95}"/>
                  </a:ext>
                </a:extLst>
              </p:cNvPr>
              <p:cNvGrpSpPr/>
              <p:nvPr/>
            </p:nvGrpSpPr>
            <p:grpSpPr>
              <a:xfrm>
                <a:off x="7803397" y="3120655"/>
                <a:ext cx="659625" cy="616689"/>
                <a:chOff x="8537944" y="1831553"/>
                <a:chExt cx="659625" cy="616689"/>
              </a:xfrm>
            </p:grpSpPr>
            <p:sp>
              <p:nvSpPr>
                <p:cNvPr id="241" name="Rectangle 240">
                  <a:extLst>
                    <a:ext uri="{FF2B5EF4-FFF2-40B4-BE49-F238E27FC236}">
                      <a16:creationId xmlns:a16="http://schemas.microsoft.com/office/drawing/2014/main" id="{3D39F0D6-7408-E012-2E63-223A83AA50A3}"/>
                    </a:ext>
                  </a:extLst>
                </p:cNvPr>
                <p:cNvSpPr/>
                <p:nvPr/>
              </p:nvSpPr>
              <p:spPr>
                <a:xfrm>
                  <a:off x="8537944" y="1831553"/>
                  <a:ext cx="616689" cy="616689"/>
                </a:xfrm>
                <a:prstGeom prst="rect">
                  <a:avLst/>
                </a:prstGeom>
                <a:solidFill>
                  <a:srgbClr val="8DFB84">
                    <a:alpha val="50196"/>
                  </a:srgb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242" name="Picture 57">
                  <a:extLst>
                    <a:ext uri="{FF2B5EF4-FFF2-40B4-BE49-F238E27FC236}">
                      <a16:creationId xmlns:a16="http://schemas.microsoft.com/office/drawing/2014/main" id="{8D6FB01B-C987-5302-834A-1C15EC3ADD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/>
                <a:stretch/>
              </p:blipFill>
              <p:spPr>
                <a:xfrm>
                  <a:off x="8587331" y="1838173"/>
                  <a:ext cx="610238" cy="363237"/>
                </a:xfrm>
                <a:prstGeom prst="rect">
                  <a:avLst/>
                </a:prstGeom>
              </p:spPr>
            </p:pic>
          </p:grpSp>
          <p:pic>
            <p:nvPicPr>
              <p:cNvPr id="240" name="Picture 239">
                <a:extLst>
                  <a:ext uri="{FF2B5EF4-FFF2-40B4-BE49-F238E27FC236}">
                    <a16:creationId xmlns:a16="http://schemas.microsoft.com/office/drawing/2014/main" id="{13FF8661-71EC-8ECD-E885-B026F94B08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26757" y="3539324"/>
                <a:ext cx="169968" cy="146524"/>
              </a:xfrm>
              <a:prstGeom prst="rect">
                <a:avLst/>
              </a:prstGeom>
            </p:spPr>
          </p:pic>
        </p:grp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BDEAD60D-B4E5-6152-DD0A-3FF29EAEDC1A}"/>
                </a:ext>
              </a:extLst>
            </p:cNvPr>
            <p:cNvGrpSpPr/>
            <p:nvPr/>
          </p:nvGrpSpPr>
          <p:grpSpPr>
            <a:xfrm>
              <a:off x="9593391" y="5006941"/>
              <a:ext cx="659625" cy="616689"/>
              <a:chOff x="7803397" y="3120655"/>
              <a:chExt cx="659625" cy="616689"/>
            </a:xfrm>
          </p:grpSpPr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A9D7ECA1-B124-F5EF-1E1B-455F9A1FB841}"/>
                  </a:ext>
                </a:extLst>
              </p:cNvPr>
              <p:cNvGrpSpPr/>
              <p:nvPr/>
            </p:nvGrpSpPr>
            <p:grpSpPr>
              <a:xfrm>
                <a:off x="7803397" y="3120655"/>
                <a:ext cx="659625" cy="616689"/>
                <a:chOff x="8537944" y="1831553"/>
                <a:chExt cx="659625" cy="616689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92DAFD3E-61AF-BD26-1E97-E58655FFB8CD}"/>
                    </a:ext>
                  </a:extLst>
                </p:cNvPr>
                <p:cNvSpPr/>
                <p:nvPr/>
              </p:nvSpPr>
              <p:spPr>
                <a:xfrm>
                  <a:off x="8537944" y="1831553"/>
                  <a:ext cx="616689" cy="616689"/>
                </a:xfrm>
                <a:prstGeom prst="rect">
                  <a:avLst/>
                </a:prstGeom>
                <a:solidFill>
                  <a:srgbClr val="FF2161">
                    <a:alpha val="50196"/>
                  </a:srgb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247" name="Picture 57">
                  <a:extLst>
                    <a:ext uri="{FF2B5EF4-FFF2-40B4-BE49-F238E27FC236}">
                      <a16:creationId xmlns:a16="http://schemas.microsoft.com/office/drawing/2014/main" id="{4D641C95-7F18-C997-3DB4-C70181D6F3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/>
                <a:stretch/>
              </p:blipFill>
              <p:spPr>
                <a:xfrm>
                  <a:off x="8587331" y="1838173"/>
                  <a:ext cx="610238" cy="363237"/>
                </a:xfrm>
                <a:prstGeom prst="rect">
                  <a:avLst/>
                </a:prstGeom>
              </p:spPr>
            </p:pic>
          </p:grpSp>
          <p:pic>
            <p:nvPicPr>
              <p:cNvPr id="245" name="Picture 244">
                <a:extLst>
                  <a:ext uri="{FF2B5EF4-FFF2-40B4-BE49-F238E27FC236}">
                    <a16:creationId xmlns:a16="http://schemas.microsoft.com/office/drawing/2014/main" id="{B8731616-4F52-7539-7EC3-46912000AF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8047270" y="3539324"/>
                <a:ext cx="128941" cy="146524"/>
              </a:xfrm>
              <a:prstGeom prst="rect">
                <a:avLst/>
              </a:prstGeom>
            </p:spPr>
          </p:pic>
        </p:grp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B318FBBF-856E-0454-E62F-220077DE8385}"/>
                </a:ext>
              </a:extLst>
            </p:cNvPr>
            <p:cNvGrpSpPr/>
            <p:nvPr/>
          </p:nvGrpSpPr>
          <p:grpSpPr>
            <a:xfrm>
              <a:off x="9593391" y="6077084"/>
              <a:ext cx="659625" cy="616689"/>
              <a:chOff x="7803397" y="3120655"/>
              <a:chExt cx="659625" cy="616689"/>
            </a:xfrm>
          </p:grpSpPr>
          <p:grpSp>
            <p:nvGrpSpPr>
              <p:cNvPr id="249" name="Group 248">
                <a:extLst>
                  <a:ext uri="{FF2B5EF4-FFF2-40B4-BE49-F238E27FC236}">
                    <a16:creationId xmlns:a16="http://schemas.microsoft.com/office/drawing/2014/main" id="{0968A2FB-39F8-2FFB-01A1-A7C540C1421C}"/>
                  </a:ext>
                </a:extLst>
              </p:cNvPr>
              <p:cNvGrpSpPr/>
              <p:nvPr/>
            </p:nvGrpSpPr>
            <p:grpSpPr>
              <a:xfrm>
                <a:off x="7803397" y="3120655"/>
                <a:ext cx="659625" cy="616689"/>
                <a:chOff x="8537944" y="1831553"/>
                <a:chExt cx="659625" cy="616689"/>
              </a:xfrm>
            </p:grpSpPr>
            <p:sp>
              <p:nvSpPr>
                <p:cNvPr id="251" name="Rectangle 250">
                  <a:extLst>
                    <a:ext uri="{FF2B5EF4-FFF2-40B4-BE49-F238E27FC236}">
                      <a16:creationId xmlns:a16="http://schemas.microsoft.com/office/drawing/2014/main" id="{EE119BC1-3F85-A601-CE58-43EFD6BFE0D5}"/>
                    </a:ext>
                  </a:extLst>
                </p:cNvPr>
                <p:cNvSpPr/>
                <p:nvPr/>
              </p:nvSpPr>
              <p:spPr>
                <a:xfrm>
                  <a:off x="8537944" y="1831553"/>
                  <a:ext cx="616689" cy="616689"/>
                </a:xfrm>
                <a:prstGeom prst="rect">
                  <a:avLst/>
                </a:prstGeom>
                <a:solidFill>
                  <a:srgbClr val="FF2161">
                    <a:alpha val="50196"/>
                  </a:srgb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252" name="Picture 57">
                  <a:extLst>
                    <a:ext uri="{FF2B5EF4-FFF2-40B4-BE49-F238E27FC236}">
                      <a16:creationId xmlns:a16="http://schemas.microsoft.com/office/drawing/2014/main" id="{BDB75D24-EF95-CB69-17D2-4106CA9647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/>
                <a:stretch/>
              </p:blipFill>
              <p:spPr>
                <a:xfrm>
                  <a:off x="8587331" y="1838173"/>
                  <a:ext cx="610238" cy="363237"/>
                </a:xfrm>
                <a:prstGeom prst="rect">
                  <a:avLst/>
                </a:prstGeom>
              </p:spPr>
            </p:pic>
          </p:grpSp>
          <p:pic>
            <p:nvPicPr>
              <p:cNvPr id="250" name="Picture 249">
                <a:extLst>
                  <a:ext uri="{FF2B5EF4-FFF2-40B4-BE49-F238E27FC236}">
                    <a16:creationId xmlns:a16="http://schemas.microsoft.com/office/drawing/2014/main" id="{6A4CFBB0-2E6C-9263-02E1-82B796BCE9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8047270" y="3539324"/>
                <a:ext cx="128941" cy="146524"/>
              </a:xfrm>
              <a:prstGeom prst="rect">
                <a:avLst/>
              </a:prstGeom>
            </p:spPr>
          </p:pic>
        </p:grpSp>
      </p:grpSp>
      <p:pic>
        <p:nvPicPr>
          <p:cNvPr id="278" name="Picture 277">
            <a:extLst>
              <a:ext uri="{FF2B5EF4-FFF2-40B4-BE49-F238E27FC236}">
                <a16:creationId xmlns:a16="http://schemas.microsoft.com/office/drawing/2014/main" id="{4450D16E-CD8F-66FA-9810-A004F5A06B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2856" b="-26027"/>
          <a:stretch>
            <a:fillRect/>
          </a:stretch>
        </p:blipFill>
        <p:spPr>
          <a:xfrm rot="5400000">
            <a:off x="3385290" y="1509136"/>
            <a:ext cx="46023" cy="45719"/>
          </a:xfrm>
          <a:prstGeom prst="rect">
            <a:avLst/>
          </a:prstGeom>
        </p:spPr>
      </p:pic>
      <p:pic>
        <p:nvPicPr>
          <p:cNvPr id="279" name="Picture 278">
            <a:extLst>
              <a:ext uri="{FF2B5EF4-FFF2-40B4-BE49-F238E27FC236}">
                <a16:creationId xmlns:a16="http://schemas.microsoft.com/office/drawing/2014/main" id="{D7910CC4-54A1-B715-F555-78A92EFCC2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2856" b="-26027"/>
          <a:stretch>
            <a:fillRect/>
          </a:stretch>
        </p:blipFill>
        <p:spPr>
          <a:xfrm rot="5400000">
            <a:off x="3385290" y="1429974"/>
            <a:ext cx="46023" cy="45719"/>
          </a:xfrm>
          <a:prstGeom prst="rect">
            <a:avLst/>
          </a:prstGeom>
        </p:spPr>
      </p:pic>
      <p:pic>
        <p:nvPicPr>
          <p:cNvPr id="280" name="Picture 279">
            <a:extLst>
              <a:ext uri="{FF2B5EF4-FFF2-40B4-BE49-F238E27FC236}">
                <a16:creationId xmlns:a16="http://schemas.microsoft.com/office/drawing/2014/main" id="{924A1E16-8901-88F4-D2ED-80CCDCBC5B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2856" b="-26027"/>
          <a:stretch>
            <a:fillRect/>
          </a:stretch>
        </p:blipFill>
        <p:spPr>
          <a:xfrm rot="5400000">
            <a:off x="3385291" y="1351900"/>
            <a:ext cx="46023" cy="45719"/>
          </a:xfrm>
          <a:prstGeom prst="rect">
            <a:avLst/>
          </a:prstGeom>
        </p:spPr>
      </p:pic>
      <p:pic>
        <p:nvPicPr>
          <p:cNvPr id="286" name="Picture 285">
            <a:extLst>
              <a:ext uri="{FF2B5EF4-FFF2-40B4-BE49-F238E27FC236}">
                <a16:creationId xmlns:a16="http://schemas.microsoft.com/office/drawing/2014/main" id="{3777FA9D-34C4-D03F-6EF0-0E5BF7CCB0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2856" b="-26027"/>
          <a:stretch>
            <a:fillRect/>
          </a:stretch>
        </p:blipFill>
        <p:spPr>
          <a:xfrm rot="5400000">
            <a:off x="5193843" y="1515033"/>
            <a:ext cx="46023" cy="45719"/>
          </a:xfrm>
          <a:prstGeom prst="rect">
            <a:avLst/>
          </a:prstGeom>
        </p:spPr>
      </p:pic>
      <p:pic>
        <p:nvPicPr>
          <p:cNvPr id="287" name="Picture 286">
            <a:extLst>
              <a:ext uri="{FF2B5EF4-FFF2-40B4-BE49-F238E27FC236}">
                <a16:creationId xmlns:a16="http://schemas.microsoft.com/office/drawing/2014/main" id="{1FCA81C2-8CA9-31FA-6AF9-F5F71E813A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2856" b="-26027"/>
          <a:stretch>
            <a:fillRect/>
          </a:stretch>
        </p:blipFill>
        <p:spPr>
          <a:xfrm rot="5400000">
            <a:off x="5193843" y="1435871"/>
            <a:ext cx="46023" cy="45719"/>
          </a:xfrm>
          <a:prstGeom prst="rect">
            <a:avLst/>
          </a:prstGeom>
        </p:spPr>
      </p:pic>
      <p:pic>
        <p:nvPicPr>
          <p:cNvPr id="288" name="Picture 287">
            <a:extLst>
              <a:ext uri="{FF2B5EF4-FFF2-40B4-BE49-F238E27FC236}">
                <a16:creationId xmlns:a16="http://schemas.microsoft.com/office/drawing/2014/main" id="{773F1392-CEF5-9EC7-2D9B-16B21F78D5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2856" b="-26027"/>
          <a:stretch>
            <a:fillRect/>
          </a:stretch>
        </p:blipFill>
        <p:spPr>
          <a:xfrm rot="5400000">
            <a:off x="5193844" y="1357797"/>
            <a:ext cx="46023" cy="45719"/>
          </a:xfrm>
          <a:prstGeom prst="rect">
            <a:avLst/>
          </a:prstGeom>
        </p:spPr>
      </p:pic>
      <p:sp>
        <p:nvSpPr>
          <p:cNvPr id="296" name="Rounded Rectangle 295">
            <a:extLst>
              <a:ext uri="{FF2B5EF4-FFF2-40B4-BE49-F238E27FC236}">
                <a16:creationId xmlns:a16="http://schemas.microsoft.com/office/drawing/2014/main" id="{EF933DC1-721B-E0A1-A187-098A46299228}"/>
              </a:ext>
            </a:extLst>
          </p:cNvPr>
          <p:cNvSpPr/>
          <p:nvPr/>
        </p:nvSpPr>
        <p:spPr>
          <a:xfrm>
            <a:off x="2079552" y="1218470"/>
            <a:ext cx="8661748" cy="677007"/>
          </a:xfrm>
          <a:prstGeom prst="roundRect">
            <a:avLst/>
          </a:prstGeom>
          <a:solidFill>
            <a:srgbClr val="00B7FF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8" name="Picture 297">
            <a:extLst>
              <a:ext uri="{FF2B5EF4-FFF2-40B4-BE49-F238E27FC236}">
                <a16:creationId xmlns:a16="http://schemas.microsoft.com/office/drawing/2014/main" id="{F6420BCC-42F3-B176-6337-99B9D257D2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0274" y="1412099"/>
            <a:ext cx="366833" cy="34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095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089C28-EE85-1D64-8D86-018B8D81BE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5470"/>
          <a:stretch>
            <a:fillRect/>
          </a:stretch>
        </p:blipFill>
        <p:spPr>
          <a:xfrm>
            <a:off x="286620" y="247891"/>
            <a:ext cx="317690" cy="2592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9AD112-C86B-8872-4E39-9DC9C60F5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40" r="63390"/>
          <a:stretch>
            <a:fillRect/>
          </a:stretch>
        </p:blipFill>
        <p:spPr>
          <a:xfrm>
            <a:off x="4995603" y="247891"/>
            <a:ext cx="342608" cy="2592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FE7A68-B128-5E2C-C7BC-076C6C1F65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020" r="42878"/>
          <a:stretch>
            <a:fillRect/>
          </a:stretch>
        </p:blipFill>
        <p:spPr>
          <a:xfrm>
            <a:off x="290394" y="2736452"/>
            <a:ext cx="308347" cy="259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B75A1C-E096-2045-20E5-33F499F24B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533" r="20798"/>
          <a:stretch>
            <a:fillRect/>
          </a:stretch>
        </p:blipFill>
        <p:spPr>
          <a:xfrm>
            <a:off x="4995602" y="2733976"/>
            <a:ext cx="342608" cy="2592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E8C542-BBA8-E3A9-9878-B051604D7F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613"/>
          <a:stretch>
            <a:fillRect/>
          </a:stretch>
        </p:blipFill>
        <p:spPr>
          <a:xfrm>
            <a:off x="9428172" y="1051161"/>
            <a:ext cx="314576" cy="2592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801DD9-2355-CEF3-DCED-8602FD640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82712" y="603806"/>
            <a:ext cx="3974866" cy="19203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863BA0-2B95-19BD-DA82-048E82E743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6897"/>
          <a:stretch>
            <a:fillRect/>
          </a:stretch>
        </p:blipFill>
        <p:spPr>
          <a:xfrm>
            <a:off x="705956" y="280081"/>
            <a:ext cx="505083" cy="2304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482033-0238-251A-AE4B-C9B21B1D21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263" r="70198"/>
          <a:stretch>
            <a:fillRect/>
          </a:stretch>
        </p:blipFill>
        <p:spPr>
          <a:xfrm>
            <a:off x="5457459" y="275638"/>
            <a:ext cx="560455" cy="2304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B82363-FC03-BC49-96A7-D94A1FF7CC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796" r="35887"/>
          <a:stretch>
            <a:fillRect/>
          </a:stretch>
        </p:blipFill>
        <p:spPr>
          <a:xfrm>
            <a:off x="705955" y="2765155"/>
            <a:ext cx="1245811" cy="2304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C388F6-7AEE-B993-02E5-D703AE899D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995602" y="759441"/>
            <a:ext cx="3960476" cy="17647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322BA9-D02F-E879-E60E-E1B6F3E03D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90395" y="3101125"/>
            <a:ext cx="4188447" cy="2754816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B6C8932B-A49E-0FC9-97F6-E9FD9D6608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9428172" y="1444049"/>
            <a:ext cx="5901954" cy="3706858"/>
          </a:xfrm>
          <a:prstGeom prst="rect">
            <a:avLst/>
          </a:prstGeom>
        </p:spPr>
      </p:pic>
      <p:grpSp>
        <p:nvGrpSpPr>
          <p:cNvPr id="149" name="Group 148">
            <a:extLst>
              <a:ext uri="{FF2B5EF4-FFF2-40B4-BE49-F238E27FC236}">
                <a16:creationId xmlns:a16="http://schemas.microsoft.com/office/drawing/2014/main" id="{611329C7-CA5F-A855-85A9-CCFA7B3094FE}"/>
              </a:ext>
            </a:extLst>
          </p:cNvPr>
          <p:cNvGrpSpPr/>
          <p:nvPr/>
        </p:nvGrpSpPr>
        <p:grpSpPr>
          <a:xfrm>
            <a:off x="4995602" y="3396710"/>
            <a:ext cx="4116443" cy="2132650"/>
            <a:chOff x="4995602" y="3429000"/>
            <a:chExt cx="4086799" cy="2091724"/>
          </a:xfrm>
        </p:grpSpPr>
        <p:pic>
          <p:nvPicPr>
            <p:cNvPr id="141" name="Picture 135">
              <a:extLst>
                <a:ext uri="{FF2B5EF4-FFF2-40B4-BE49-F238E27FC236}">
                  <a16:creationId xmlns:a16="http://schemas.microsoft.com/office/drawing/2014/main" id="{68D5C4FB-A666-14ED-7ED4-33B7872E8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4995602" y="3429000"/>
              <a:ext cx="3993290" cy="2091724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C2B01D1A-F57D-8F58-312C-1FD203F30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885513" y="3837612"/>
              <a:ext cx="196888" cy="196888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6D2611A7-C861-65C6-F41E-227B69D96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885513" y="4981573"/>
              <a:ext cx="196888" cy="196888"/>
            </a:xfrm>
            <a:prstGeom prst="rect">
              <a:avLst/>
            </a:prstGeom>
          </p:spPr>
        </p:pic>
      </p:grpSp>
      <p:pic>
        <p:nvPicPr>
          <p:cNvPr id="144" name="Picture 143">
            <a:extLst>
              <a:ext uri="{FF2B5EF4-FFF2-40B4-BE49-F238E27FC236}">
                <a16:creationId xmlns:a16="http://schemas.microsoft.com/office/drawing/2014/main" id="{8C4860EE-F266-8DFD-983F-71A09C5A521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50784" y="1995365"/>
            <a:ext cx="196888" cy="196888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974ED5C3-42EE-BAA5-2F34-24546CA4CC9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25335" y="3429000"/>
            <a:ext cx="196888" cy="196888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FF00F3CC-A20C-EC29-0F39-FDC50956A0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25335" y="4014479"/>
            <a:ext cx="196888" cy="196888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3B6A1EDE-7A35-C80E-940D-9752CAFF87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25335" y="4603247"/>
            <a:ext cx="196888" cy="196888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04502EB3-7AFB-0F5E-7654-174E4F5B1627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70727"/>
          <a:stretch>
            <a:fillRect/>
          </a:stretch>
        </p:blipFill>
        <p:spPr>
          <a:xfrm>
            <a:off x="9854616" y="1077244"/>
            <a:ext cx="457475" cy="230453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FE4494EE-E307-FA5A-457A-9D05E53FB954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r="35544"/>
          <a:stretch>
            <a:fillRect/>
          </a:stretch>
        </p:blipFill>
        <p:spPr>
          <a:xfrm>
            <a:off x="5450260" y="2758143"/>
            <a:ext cx="1002788" cy="22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297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19457-EECB-D151-EE8D-746FEA2C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AFBF2E8-746B-D8D8-6469-D2E2FFC473D8}"/>
              </a:ext>
            </a:extLst>
          </p:cNvPr>
          <p:cNvGrpSpPr/>
          <p:nvPr/>
        </p:nvGrpSpPr>
        <p:grpSpPr>
          <a:xfrm>
            <a:off x="3668616" y="2039872"/>
            <a:ext cx="8040922" cy="2978557"/>
            <a:chOff x="282712" y="247891"/>
            <a:chExt cx="15139511" cy="56080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DC3624-769E-AB0D-3631-F5AFCA04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5470"/>
            <a:stretch>
              <a:fillRect/>
            </a:stretch>
          </p:blipFill>
          <p:spPr>
            <a:xfrm>
              <a:off x="286620" y="247891"/>
              <a:ext cx="317690" cy="25929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43E8B7B-8CEF-A00B-8438-FBCC10420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0940" r="63390"/>
            <a:stretch>
              <a:fillRect/>
            </a:stretch>
          </p:blipFill>
          <p:spPr>
            <a:xfrm>
              <a:off x="4995603" y="247891"/>
              <a:ext cx="342608" cy="25929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A0078E1-0E3B-6032-435D-A06721405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3020" r="42878"/>
            <a:stretch>
              <a:fillRect/>
            </a:stretch>
          </p:blipFill>
          <p:spPr>
            <a:xfrm>
              <a:off x="290394" y="2736452"/>
              <a:ext cx="308347" cy="25929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005379F-0C3C-6989-0F64-ADFF3153C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533" r="20798"/>
            <a:stretch>
              <a:fillRect/>
            </a:stretch>
          </p:blipFill>
          <p:spPr>
            <a:xfrm>
              <a:off x="4995602" y="2733976"/>
              <a:ext cx="342608" cy="25929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2EE92D8-7088-0767-E253-2C5EB3D07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5613"/>
            <a:stretch>
              <a:fillRect/>
            </a:stretch>
          </p:blipFill>
          <p:spPr>
            <a:xfrm>
              <a:off x="9428172" y="1051161"/>
              <a:ext cx="314576" cy="25929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304B19D-610A-E0AF-9E93-132D2F2DE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282712" y="603806"/>
              <a:ext cx="3974866" cy="192033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75C14E4-A3A0-E77D-9C40-DE3215C62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86897"/>
            <a:stretch>
              <a:fillRect/>
            </a:stretch>
          </p:blipFill>
          <p:spPr>
            <a:xfrm>
              <a:off x="705956" y="280081"/>
              <a:ext cx="505083" cy="23045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4D37147-AC58-C0F6-8F32-B839E9B8B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5263" r="70198"/>
            <a:stretch>
              <a:fillRect/>
            </a:stretch>
          </p:blipFill>
          <p:spPr>
            <a:xfrm>
              <a:off x="5457459" y="275638"/>
              <a:ext cx="560455" cy="23045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21703B9-0784-0527-09B2-7D1784DB4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796" r="35887"/>
            <a:stretch>
              <a:fillRect/>
            </a:stretch>
          </p:blipFill>
          <p:spPr>
            <a:xfrm>
              <a:off x="705955" y="2765155"/>
              <a:ext cx="1245811" cy="23045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88000A7-45C5-A80B-7A11-D218AFE1B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4995602" y="759441"/>
              <a:ext cx="3960476" cy="176470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3269077-9A7C-FC89-5004-00CE13F5B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90395" y="3101125"/>
              <a:ext cx="4188447" cy="2754816"/>
            </a:xfrm>
            <a:prstGeom prst="rect">
              <a:avLst/>
            </a:prstGeom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99631C15-A960-9C3F-72C5-F726C46BB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9428172" y="1444049"/>
              <a:ext cx="5901954" cy="3706858"/>
            </a:xfrm>
            <a:prstGeom prst="rect">
              <a:avLst/>
            </a:prstGeom>
          </p:spPr>
        </p:pic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108D60AF-B4E1-A75B-65DE-88A4639F96A2}"/>
                </a:ext>
              </a:extLst>
            </p:cNvPr>
            <p:cNvGrpSpPr/>
            <p:nvPr/>
          </p:nvGrpSpPr>
          <p:grpSpPr>
            <a:xfrm>
              <a:off x="4995602" y="3396710"/>
              <a:ext cx="4116441" cy="2132650"/>
              <a:chOff x="4995607" y="3429003"/>
              <a:chExt cx="4086801" cy="2091726"/>
            </a:xfrm>
          </p:grpSpPr>
          <p:pic>
            <p:nvPicPr>
              <p:cNvPr id="141" name="Picture 135">
                <a:extLst>
                  <a:ext uri="{FF2B5EF4-FFF2-40B4-BE49-F238E27FC236}">
                    <a16:creationId xmlns:a16="http://schemas.microsoft.com/office/drawing/2014/main" id="{76F77F03-3075-A52A-59B7-95A609F1EA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/>
              <a:stretch/>
            </p:blipFill>
            <p:spPr>
              <a:xfrm>
                <a:off x="4995607" y="3429003"/>
                <a:ext cx="3993294" cy="2091726"/>
              </a:xfrm>
              <a:prstGeom prst="rect">
                <a:avLst/>
              </a:prstGeom>
            </p:spPr>
          </p:pic>
          <p:pic>
            <p:nvPicPr>
              <p:cNvPr id="142" name="Picture 141">
                <a:extLst>
                  <a:ext uri="{FF2B5EF4-FFF2-40B4-BE49-F238E27FC236}">
                    <a16:creationId xmlns:a16="http://schemas.microsoft.com/office/drawing/2014/main" id="{54EC0C12-8BB9-DE89-8845-92FA74A207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885520" y="3837617"/>
                <a:ext cx="196888" cy="196888"/>
              </a:xfrm>
              <a:prstGeom prst="rect">
                <a:avLst/>
              </a:prstGeom>
            </p:spPr>
          </p:pic>
          <p:pic>
            <p:nvPicPr>
              <p:cNvPr id="143" name="Picture 142">
                <a:extLst>
                  <a:ext uri="{FF2B5EF4-FFF2-40B4-BE49-F238E27FC236}">
                    <a16:creationId xmlns:a16="http://schemas.microsoft.com/office/drawing/2014/main" id="{C0B4F6CC-4831-342C-09EA-29FBC95D07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885513" y="4981573"/>
                <a:ext cx="196888" cy="196888"/>
              </a:xfrm>
              <a:prstGeom prst="rect">
                <a:avLst/>
              </a:prstGeom>
            </p:spPr>
          </p:pic>
        </p:grpSp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A3421F3F-33AB-552C-6150-245F6265B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850784" y="1995365"/>
              <a:ext cx="196888" cy="196888"/>
            </a:xfrm>
            <a:prstGeom prst="rect">
              <a:avLst/>
            </a:prstGeom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BEF9AE2D-4C3E-A42E-7E8B-E0C70568E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5225335" y="3429000"/>
              <a:ext cx="196888" cy="196888"/>
            </a:xfrm>
            <a:prstGeom prst="rect">
              <a:avLst/>
            </a:prstGeom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AB6D2BE6-FF55-94EE-57C0-7C0620800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5225335" y="4014479"/>
              <a:ext cx="196888" cy="196888"/>
            </a:xfrm>
            <a:prstGeom prst="rect">
              <a:avLst/>
            </a:prstGeom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47A8C1AD-68B9-D49C-39A9-37E20510A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5225335" y="4603247"/>
              <a:ext cx="196888" cy="196888"/>
            </a:xfrm>
            <a:prstGeom prst="rect">
              <a:avLst/>
            </a:prstGeom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F395B58C-753D-E099-8C47-EC39D1DF7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70727"/>
            <a:stretch>
              <a:fillRect/>
            </a:stretch>
          </p:blipFill>
          <p:spPr>
            <a:xfrm>
              <a:off x="9854616" y="1077244"/>
              <a:ext cx="457475" cy="230453"/>
            </a:xfrm>
            <a:prstGeom prst="rect">
              <a:avLst/>
            </a:prstGeom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1050DDDC-6BA4-9C24-38A4-2150188B7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r="35544"/>
            <a:stretch>
              <a:fillRect/>
            </a:stretch>
          </p:blipFill>
          <p:spPr>
            <a:xfrm>
              <a:off x="5450260" y="2758143"/>
              <a:ext cx="1002788" cy="229422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D577E66-CE13-CDC0-8EA7-080429C26349}"/>
              </a:ext>
            </a:extLst>
          </p:cNvPr>
          <p:cNvGrpSpPr/>
          <p:nvPr/>
        </p:nvGrpSpPr>
        <p:grpSpPr>
          <a:xfrm>
            <a:off x="364606" y="1875462"/>
            <a:ext cx="3134969" cy="3499387"/>
            <a:chOff x="747400" y="561861"/>
            <a:chExt cx="4604322" cy="513954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436D49E-9255-33C1-48BC-9B46E432DF09}"/>
                </a:ext>
              </a:extLst>
            </p:cNvPr>
            <p:cNvGrpSpPr/>
            <p:nvPr/>
          </p:nvGrpSpPr>
          <p:grpSpPr>
            <a:xfrm>
              <a:off x="1479881" y="5254947"/>
              <a:ext cx="386860" cy="193430"/>
              <a:chOff x="899904" y="5254947"/>
              <a:chExt cx="386860" cy="193430"/>
            </a:xfrm>
          </p:grpSpPr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9F3671E5-A0D4-0206-2CFB-C924196C2E31}"/>
                  </a:ext>
                </a:extLst>
              </p:cNvPr>
              <p:cNvSpPr/>
              <p:nvPr/>
            </p:nvSpPr>
            <p:spPr>
              <a:xfrm>
                <a:off x="1093334" y="5254947"/>
                <a:ext cx="193430" cy="193430"/>
              </a:xfrm>
              <a:prstGeom prst="ellipse">
                <a:avLst/>
              </a:prstGeom>
              <a:solidFill>
                <a:srgbClr val="FF0000">
                  <a:alpha val="8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1">
                <a:extLst>
                  <a:ext uri="{FF2B5EF4-FFF2-40B4-BE49-F238E27FC236}">
                    <a16:creationId xmlns:a16="http://schemas.microsoft.com/office/drawing/2014/main" id="{EAFD0F15-9F3C-1DFC-A393-FB36143195FF}"/>
                  </a:ext>
                </a:extLst>
              </p:cNvPr>
              <p:cNvSpPr/>
              <p:nvPr/>
            </p:nvSpPr>
            <p:spPr>
              <a:xfrm>
                <a:off x="899904" y="5254947"/>
                <a:ext cx="193430" cy="193430"/>
              </a:xfrm>
              <a:prstGeom prst="ellipse">
                <a:avLst/>
              </a:prstGeom>
              <a:solidFill>
                <a:srgbClr val="00D900">
                  <a:alpha val="8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0DC2472-83BC-8E31-6AAA-8A93A74EFE3D}"/>
                </a:ext>
              </a:extLst>
            </p:cNvPr>
            <p:cNvGrpSpPr/>
            <p:nvPr/>
          </p:nvGrpSpPr>
          <p:grpSpPr>
            <a:xfrm>
              <a:off x="2141934" y="5254947"/>
              <a:ext cx="386860" cy="193430"/>
              <a:chOff x="1674746" y="5254947"/>
              <a:chExt cx="386860" cy="193430"/>
            </a:xfrm>
          </p:grpSpPr>
          <p:sp>
            <p:nvSpPr>
              <p:cNvPr id="18" name="Rectangle 12">
                <a:extLst>
                  <a:ext uri="{FF2B5EF4-FFF2-40B4-BE49-F238E27FC236}">
                    <a16:creationId xmlns:a16="http://schemas.microsoft.com/office/drawing/2014/main" id="{AB73DE79-7679-8E67-284F-2CAF21F3C19B}"/>
                  </a:ext>
                </a:extLst>
              </p:cNvPr>
              <p:cNvSpPr/>
              <p:nvPr/>
            </p:nvSpPr>
            <p:spPr>
              <a:xfrm>
                <a:off x="1868176" y="5254947"/>
                <a:ext cx="193430" cy="193430"/>
              </a:xfrm>
              <a:prstGeom prst="ellipse">
                <a:avLst/>
              </a:prstGeom>
              <a:solidFill>
                <a:srgbClr val="FF0000">
                  <a:alpha val="12157"/>
                </a:srgb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3">
                <a:extLst>
                  <a:ext uri="{FF2B5EF4-FFF2-40B4-BE49-F238E27FC236}">
                    <a16:creationId xmlns:a16="http://schemas.microsoft.com/office/drawing/2014/main" id="{464A9D01-2789-1CB7-08FF-8DCC6FFFFBBE}"/>
                  </a:ext>
                </a:extLst>
              </p:cNvPr>
              <p:cNvSpPr/>
              <p:nvPr/>
            </p:nvSpPr>
            <p:spPr>
              <a:xfrm>
                <a:off x="1674746" y="5254947"/>
                <a:ext cx="193430" cy="193430"/>
              </a:xfrm>
              <a:prstGeom prst="ellipse">
                <a:avLst/>
              </a:prstGeom>
              <a:solidFill>
                <a:srgbClr val="00FF00">
                  <a:alpha val="12157"/>
                </a:srgb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E84A8EE-179E-F0C1-13EB-425033B4A630}"/>
                </a:ext>
              </a:extLst>
            </p:cNvPr>
            <p:cNvSpPr/>
            <p:nvPr/>
          </p:nvSpPr>
          <p:spPr>
            <a:xfrm>
              <a:off x="3014028" y="5254947"/>
              <a:ext cx="193430" cy="193430"/>
            </a:xfrm>
            <a:prstGeom prst="ellipse">
              <a:avLst/>
            </a:prstGeom>
            <a:pattFill prst="wdUpDiag">
              <a:fgClr>
                <a:srgbClr val="FFA9B8"/>
              </a:fgClr>
              <a:bgClr>
                <a:schemeClr val="bg1"/>
              </a:bgClr>
            </a:pattFill>
            <a:ln>
              <a:solidFill>
                <a:schemeClr val="bg2">
                  <a:lumMod val="9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175E7CE-AC83-18AD-53CD-1D7856E86E01}"/>
                </a:ext>
              </a:extLst>
            </p:cNvPr>
            <p:cNvSpPr/>
            <p:nvPr/>
          </p:nvSpPr>
          <p:spPr>
            <a:xfrm>
              <a:off x="2820598" y="5254947"/>
              <a:ext cx="193430" cy="193430"/>
            </a:xfrm>
            <a:prstGeom prst="ellipse">
              <a:avLst/>
            </a:prstGeom>
            <a:pattFill prst="wdUpDiag">
              <a:fgClr>
                <a:srgbClr val="AFFEBD"/>
              </a:fgClr>
              <a:bgClr>
                <a:schemeClr val="bg1"/>
              </a:bgClr>
            </a:pattFill>
            <a:ln>
              <a:solidFill>
                <a:schemeClr val="bg2">
                  <a:lumMod val="9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CDEFA4A-58EA-4B10-45C8-372870F13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2161620" y="5525396"/>
              <a:ext cx="347484" cy="173742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E177114-54EB-5D9A-4443-A2E12895C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2840286" y="5525396"/>
              <a:ext cx="347484" cy="173742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377ADBA-9677-CDFC-BCCB-51C073FEB8F7}"/>
                </a:ext>
              </a:extLst>
            </p:cNvPr>
            <p:cNvGrpSpPr/>
            <p:nvPr/>
          </p:nvGrpSpPr>
          <p:grpSpPr>
            <a:xfrm>
              <a:off x="3627549" y="5325858"/>
              <a:ext cx="1234857" cy="193430"/>
              <a:chOff x="3353949" y="5254947"/>
              <a:chExt cx="1234857" cy="19343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8443B0A-FDAA-A9FE-B2D2-3572EB78DED9}"/>
                  </a:ext>
                </a:extLst>
              </p:cNvPr>
              <p:cNvSpPr/>
              <p:nvPr/>
            </p:nvSpPr>
            <p:spPr>
              <a:xfrm>
                <a:off x="3353949" y="5254947"/>
                <a:ext cx="193430" cy="1934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8EE7B47D-1EFC-DDB1-220F-E33095DAC9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rcRect/>
              <a:stretch/>
            </p:blipFill>
            <p:spPr>
              <a:xfrm>
                <a:off x="3639241" y="5254947"/>
                <a:ext cx="949565" cy="193430"/>
              </a:xfrm>
              <a:prstGeom prst="rect">
                <a:avLst/>
              </a:prstGeom>
            </p:spPr>
          </p:pic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7565310-A9A2-775B-81ED-4282DA552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r="64472"/>
            <a:stretch>
              <a:fillRect/>
            </a:stretch>
          </p:blipFill>
          <p:spPr>
            <a:xfrm>
              <a:off x="1186571" y="5525396"/>
              <a:ext cx="208535" cy="173742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9AB6E3F-7681-198F-6D1A-C61031B37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497304" y="5525396"/>
              <a:ext cx="352014" cy="176007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B21DF06A-D73F-73DE-3341-7B9E52D31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>
            <a:xfrm rot="10800000">
              <a:off x="747400" y="561861"/>
              <a:ext cx="4604322" cy="4616068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71CE7EA-92FB-1631-6574-1C4E79A10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rcRect/>
            <a:stretch/>
          </p:blipFill>
          <p:spPr>
            <a:xfrm>
              <a:off x="1017524" y="5286064"/>
              <a:ext cx="338093" cy="1645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7361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D2816-6781-FE3D-62AB-9F921137F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0926F5F-B6A6-EF2D-60AB-6E033A5DB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37781" y="1951190"/>
            <a:ext cx="2525021" cy="1660752"/>
          </a:xfrm>
          <a:prstGeom prst="rect">
            <a:avLst/>
          </a:prstGeom>
        </p:spPr>
      </p:pic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AAC9829-F87A-AA1C-6C4A-42EAAFEF64C9}"/>
              </a:ext>
            </a:extLst>
          </p:cNvPr>
          <p:cNvGrpSpPr/>
          <p:nvPr/>
        </p:nvGrpSpPr>
        <p:grpSpPr>
          <a:xfrm>
            <a:off x="3787876" y="4124263"/>
            <a:ext cx="2481613" cy="1285677"/>
            <a:chOff x="4995607" y="3429003"/>
            <a:chExt cx="4086801" cy="2091726"/>
          </a:xfrm>
        </p:grpSpPr>
        <p:pic>
          <p:nvPicPr>
            <p:cNvPr id="141" name="Picture 135">
              <a:extLst>
                <a:ext uri="{FF2B5EF4-FFF2-40B4-BE49-F238E27FC236}">
                  <a16:creationId xmlns:a16="http://schemas.microsoft.com/office/drawing/2014/main" id="{5E6BBC40-C4C0-11F9-0F2D-712158AC3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995607" y="3429003"/>
              <a:ext cx="3993294" cy="2091726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438040BE-133F-104E-9A40-037ED5999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85520" y="3837617"/>
              <a:ext cx="196888" cy="196888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8F96BEB8-EAB6-8F48-6C69-2117A0534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85513" y="4981573"/>
              <a:ext cx="196888" cy="196888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6441CCC-FE80-0424-EA72-ABDBBD8A7000}"/>
              </a:ext>
            </a:extLst>
          </p:cNvPr>
          <p:cNvGrpSpPr/>
          <p:nvPr/>
        </p:nvGrpSpPr>
        <p:grpSpPr>
          <a:xfrm>
            <a:off x="7133296" y="1875462"/>
            <a:ext cx="2443331" cy="1063858"/>
            <a:chOff x="3667195" y="4419287"/>
            <a:chExt cx="2152605" cy="93727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CFFBBBE-F93E-2B7E-9DE4-B50FF2C80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3667195" y="4419287"/>
              <a:ext cx="2103495" cy="937272"/>
            </a:xfrm>
            <a:prstGeom prst="rect">
              <a:avLst/>
            </a:prstGeom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4AB4413A-A2A8-A62B-C8E3-9728481B2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15229" y="5070868"/>
              <a:ext cx="104571" cy="104571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3EA8740-D29D-9899-95BA-99A5C325561F}"/>
              </a:ext>
            </a:extLst>
          </p:cNvPr>
          <p:cNvGrpSpPr/>
          <p:nvPr/>
        </p:nvGrpSpPr>
        <p:grpSpPr>
          <a:xfrm>
            <a:off x="6618998" y="3260260"/>
            <a:ext cx="3472815" cy="2149680"/>
            <a:chOff x="6136010" y="3282059"/>
            <a:chExt cx="3180591" cy="1968793"/>
          </a:xfrm>
        </p:grpSpPr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321D6516-4EF8-7FF6-4539-E697AB9C3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6136010" y="3282059"/>
              <a:ext cx="3134656" cy="1968793"/>
            </a:xfrm>
            <a:prstGeom prst="rect">
              <a:avLst/>
            </a:prstGeom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5280791C-874F-68AD-BE0B-74D05ADE5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12030" y="4342629"/>
              <a:ext cx="104571" cy="104571"/>
            </a:xfrm>
            <a:prstGeom prst="rect">
              <a:avLst/>
            </a:prstGeom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D639A469-A876-2630-2DB3-B974D4B7A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12030" y="4653590"/>
              <a:ext cx="104571" cy="104571"/>
            </a:xfrm>
            <a:prstGeom prst="rect">
              <a:avLst/>
            </a:prstGeom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2AFC8E18-5D8E-EA4D-2203-70F2BAC69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12030" y="4966297"/>
              <a:ext cx="104571" cy="104571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3BEE502-C0E6-20A0-1F01-2653B0CF6192}"/>
              </a:ext>
            </a:extLst>
          </p:cNvPr>
          <p:cNvGrpSpPr/>
          <p:nvPr/>
        </p:nvGrpSpPr>
        <p:grpSpPr>
          <a:xfrm>
            <a:off x="364606" y="1875462"/>
            <a:ext cx="3134969" cy="3499387"/>
            <a:chOff x="747400" y="561861"/>
            <a:chExt cx="4604322" cy="513954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637BD11-4365-E44A-6865-216F70FCC214}"/>
                </a:ext>
              </a:extLst>
            </p:cNvPr>
            <p:cNvGrpSpPr/>
            <p:nvPr/>
          </p:nvGrpSpPr>
          <p:grpSpPr>
            <a:xfrm>
              <a:off x="1479881" y="5254947"/>
              <a:ext cx="386860" cy="193430"/>
              <a:chOff x="899904" y="5254947"/>
              <a:chExt cx="386860" cy="193430"/>
            </a:xfrm>
          </p:grpSpPr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5FC9DC38-A236-D66A-0170-E44829A7CFC3}"/>
                  </a:ext>
                </a:extLst>
              </p:cNvPr>
              <p:cNvSpPr/>
              <p:nvPr/>
            </p:nvSpPr>
            <p:spPr>
              <a:xfrm>
                <a:off x="1093334" y="5254947"/>
                <a:ext cx="193430" cy="193430"/>
              </a:xfrm>
              <a:prstGeom prst="ellipse">
                <a:avLst/>
              </a:prstGeom>
              <a:solidFill>
                <a:srgbClr val="FF0000">
                  <a:alpha val="8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1">
                <a:extLst>
                  <a:ext uri="{FF2B5EF4-FFF2-40B4-BE49-F238E27FC236}">
                    <a16:creationId xmlns:a16="http://schemas.microsoft.com/office/drawing/2014/main" id="{0387CEEC-B1BE-068F-E847-81B7E3DD969C}"/>
                  </a:ext>
                </a:extLst>
              </p:cNvPr>
              <p:cNvSpPr/>
              <p:nvPr/>
            </p:nvSpPr>
            <p:spPr>
              <a:xfrm>
                <a:off x="899904" y="5254947"/>
                <a:ext cx="193430" cy="193430"/>
              </a:xfrm>
              <a:prstGeom prst="ellipse">
                <a:avLst/>
              </a:prstGeom>
              <a:solidFill>
                <a:srgbClr val="00D900">
                  <a:alpha val="8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F85A763-DC3C-CFFD-EB3D-D0C533C84ACE}"/>
                </a:ext>
              </a:extLst>
            </p:cNvPr>
            <p:cNvGrpSpPr/>
            <p:nvPr/>
          </p:nvGrpSpPr>
          <p:grpSpPr>
            <a:xfrm>
              <a:off x="2141934" y="5254947"/>
              <a:ext cx="386860" cy="193430"/>
              <a:chOff x="1674746" y="5254947"/>
              <a:chExt cx="386860" cy="193430"/>
            </a:xfrm>
          </p:grpSpPr>
          <p:sp>
            <p:nvSpPr>
              <p:cNvPr id="18" name="Rectangle 12">
                <a:extLst>
                  <a:ext uri="{FF2B5EF4-FFF2-40B4-BE49-F238E27FC236}">
                    <a16:creationId xmlns:a16="http://schemas.microsoft.com/office/drawing/2014/main" id="{795C3F03-2E6D-BC73-B140-5CD4804BC7D9}"/>
                  </a:ext>
                </a:extLst>
              </p:cNvPr>
              <p:cNvSpPr/>
              <p:nvPr/>
            </p:nvSpPr>
            <p:spPr>
              <a:xfrm>
                <a:off x="1868176" y="5254947"/>
                <a:ext cx="193430" cy="193430"/>
              </a:xfrm>
              <a:prstGeom prst="ellipse">
                <a:avLst/>
              </a:prstGeom>
              <a:solidFill>
                <a:srgbClr val="FF0000">
                  <a:alpha val="12157"/>
                </a:srgb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3">
                <a:extLst>
                  <a:ext uri="{FF2B5EF4-FFF2-40B4-BE49-F238E27FC236}">
                    <a16:creationId xmlns:a16="http://schemas.microsoft.com/office/drawing/2014/main" id="{BABBF10F-1C2B-A827-63B4-8A679804D57D}"/>
                  </a:ext>
                </a:extLst>
              </p:cNvPr>
              <p:cNvSpPr/>
              <p:nvPr/>
            </p:nvSpPr>
            <p:spPr>
              <a:xfrm>
                <a:off x="1674746" y="5254947"/>
                <a:ext cx="193430" cy="193430"/>
              </a:xfrm>
              <a:prstGeom prst="ellipse">
                <a:avLst/>
              </a:prstGeom>
              <a:solidFill>
                <a:srgbClr val="00FF00">
                  <a:alpha val="12157"/>
                </a:srgb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261122E-4037-7342-EC3E-47826E85E4E9}"/>
                </a:ext>
              </a:extLst>
            </p:cNvPr>
            <p:cNvSpPr/>
            <p:nvPr/>
          </p:nvSpPr>
          <p:spPr>
            <a:xfrm>
              <a:off x="3014028" y="5254947"/>
              <a:ext cx="193430" cy="193430"/>
            </a:xfrm>
            <a:prstGeom prst="ellipse">
              <a:avLst/>
            </a:prstGeom>
            <a:pattFill prst="wdUpDiag">
              <a:fgClr>
                <a:srgbClr val="FFA9B8"/>
              </a:fgClr>
              <a:bgClr>
                <a:schemeClr val="bg1"/>
              </a:bgClr>
            </a:pattFill>
            <a:ln>
              <a:solidFill>
                <a:schemeClr val="bg2">
                  <a:lumMod val="9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CD913D7-089C-9CAD-D5CD-7074EDD1A6C3}"/>
                </a:ext>
              </a:extLst>
            </p:cNvPr>
            <p:cNvSpPr/>
            <p:nvPr/>
          </p:nvSpPr>
          <p:spPr>
            <a:xfrm>
              <a:off x="2820598" y="5254947"/>
              <a:ext cx="193430" cy="193430"/>
            </a:xfrm>
            <a:prstGeom prst="ellipse">
              <a:avLst/>
            </a:prstGeom>
            <a:pattFill prst="wdUpDiag">
              <a:fgClr>
                <a:srgbClr val="AFFEBD"/>
              </a:fgClr>
              <a:bgClr>
                <a:schemeClr val="bg1"/>
              </a:bgClr>
            </a:pattFill>
            <a:ln>
              <a:solidFill>
                <a:schemeClr val="bg2">
                  <a:lumMod val="9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6BE4E2F-D6E0-B675-1A21-E921EAD79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2161620" y="5525396"/>
              <a:ext cx="347484" cy="173742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6D2F871-7664-4227-3A39-7080B0AD3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2840286" y="5525396"/>
              <a:ext cx="347484" cy="173742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CF02CF9-FB52-C14F-F905-8512B47E2653}"/>
                </a:ext>
              </a:extLst>
            </p:cNvPr>
            <p:cNvGrpSpPr/>
            <p:nvPr/>
          </p:nvGrpSpPr>
          <p:grpSpPr>
            <a:xfrm>
              <a:off x="3627549" y="5325858"/>
              <a:ext cx="1234857" cy="193430"/>
              <a:chOff x="3353949" y="5254947"/>
              <a:chExt cx="1234857" cy="19343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65B57C4-0CA2-6652-A56E-68C9F19A0889}"/>
                  </a:ext>
                </a:extLst>
              </p:cNvPr>
              <p:cNvSpPr/>
              <p:nvPr/>
            </p:nvSpPr>
            <p:spPr>
              <a:xfrm>
                <a:off x="3353949" y="5254947"/>
                <a:ext cx="193430" cy="1934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CA236BEB-91E5-22B9-EE6C-1B4CC0B13F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rcRect/>
              <a:stretch/>
            </p:blipFill>
            <p:spPr>
              <a:xfrm>
                <a:off x="3639241" y="5254947"/>
                <a:ext cx="949565" cy="193430"/>
              </a:xfrm>
              <a:prstGeom prst="rect">
                <a:avLst/>
              </a:prstGeom>
            </p:spPr>
          </p:pic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DD90594-3376-61EA-3D3F-42BD547B9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r="64472"/>
            <a:stretch>
              <a:fillRect/>
            </a:stretch>
          </p:blipFill>
          <p:spPr>
            <a:xfrm>
              <a:off x="1186571" y="5525396"/>
              <a:ext cx="208535" cy="173742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E88A257-1F60-CBC9-8A5E-AD8492131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97304" y="5525396"/>
              <a:ext cx="352014" cy="176007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FAB68422-0138-CF8C-8CB7-CAB6F617A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 rot="10800000">
              <a:off x="747400" y="561861"/>
              <a:ext cx="4604322" cy="4616068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3D2A052D-7BFA-9C5E-B926-0ABE2B7B8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1017524" y="5286064"/>
              <a:ext cx="338093" cy="164597"/>
            </a:xfrm>
            <a:prstGeom prst="rect">
              <a:avLst/>
            </a:prstGeom>
          </p:spPr>
        </p:pic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19D664C2-FB48-CE82-5C9F-1D8B717F43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4074" y="1714853"/>
            <a:ext cx="821177" cy="13407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AD4A24A-1F28-FAD7-8519-C42F262683B1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20940" r="63390"/>
          <a:stretch>
            <a:fillRect/>
          </a:stretch>
        </p:blipFill>
        <p:spPr>
          <a:xfrm>
            <a:off x="3721717" y="1627950"/>
            <a:ext cx="197642" cy="14957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0A2A7E4-20EC-E218-C28C-6E20163B515D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43020" r="42878"/>
          <a:stretch>
            <a:fillRect/>
          </a:stretch>
        </p:blipFill>
        <p:spPr>
          <a:xfrm>
            <a:off x="7133296" y="1617546"/>
            <a:ext cx="177877" cy="14957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7EC8758-A9CC-F908-D7FF-52312A819734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63533" r="20798"/>
          <a:stretch>
            <a:fillRect/>
          </a:stretch>
        </p:blipFill>
        <p:spPr>
          <a:xfrm>
            <a:off x="3756950" y="3852779"/>
            <a:ext cx="197642" cy="14957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48C7F1C-7B29-6ACF-A49A-A40346910D74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85613"/>
          <a:stretch>
            <a:fillRect/>
          </a:stretch>
        </p:blipFill>
        <p:spPr>
          <a:xfrm>
            <a:off x="6528263" y="3020518"/>
            <a:ext cx="181470" cy="14957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644310A-35F6-EE2D-034B-FD0482381CCE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15263" r="70198"/>
          <a:stretch>
            <a:fillRect/>
          </a:stretch>
        </p:blipFill>
        <p:spPr>
          <a:xfrm>
            <a:off x="7413140" y="1627950"/>
            <a:ext cx="323313" cy="13294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6E1CF5B-5BE3-FB42-0630-4DB5715CB619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31796" r="35887"/>
          <a:stretch>
            <a:fillRect/>
          </a:stretch>
        </p:blipFill>
        <p:spPr>
          <a:xfrm>
            <a:off x="4021326" y="1638356"/>
            <a:ext cx="718677" cy="13294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D8D781E-F3D7-ED1A-E3BE-A50CA3DC0B5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70727"/>
          <a:stretch>
            <a:fillRect/>
          </a:stretch>
        </p:blipFill>
        <p:spPr>
          <a:xfrm>
            <a:off x="6808072" y="3037153"/>
            <a:ext cx="263906" cy="13294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5084C3D-DF45-0B5E-D93C-E8873412AC29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r="35544"/>
          <a:stretch>
            <a:fillRect/>
          </a:stretch>
        </p:blipFill>
        <p:spPr>
          <a:xfrm>
            <a:off x="4021547" y="3876945"/>
            <a:ext cx="578481" cy="13234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2EA1D6C-D5BC-21A6-995B-2C6ED5ED8F6D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r="85470"/>
          <a:stretch>
            <a:fillRect/>
          </a:stretch>
        </p:blipFill>
        <p:spPr>
          <a:xfrm>
            <a:off x="421572" y="1695666"/>
            <a:ext cx="183057" cy="14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51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8E7789E-F8D6-A430-72E8-8086517CE1BE}"/>
              </a:ext>
            </a:extLst>
          </p:cNvPr>
          <p:cNvGrpSpPr/>
          <p:nvPr/>
        </p:nvGrpSpPr>
        <p:grpSpPr>
          <a:xfrm>
            <a:off x="2129884" y="3840832"/>
            <a:ext cx="237868" cy="118934"/>
            <a:chOff x="899904" y="5254947"/>
            <a:chExt cx="386860" cy="193430"/>
          </a:xfrm>
        </p:grpSpPr>
        <p:sp>
          <p:nvSpPr>
            <p:cNvPr id="35" name="Rectangle 7">
              <a:extLst>
                <a:ext uri="{FF2B5EF4-FFF2-40B4-BE49-F238E27FC236}">
                  <a16:creationId xmlns:a16="http://schemas.microsoft.com/office/drawing/2014/main" id="{306C6799-5486-1B97-D80C-FFE6141B1850}"/>
                </a:ext>
              </a:extLst>
            </p:cNvPr>
            <p:cNvSpPr/>
            <p:nvPr/>
          </p:nvSpPr>
          <p:spPr>
            <a:xfrm>
              <a:off x="1093334" y="5254947"/>
              <a:ext cx="193430" cy="193430"/>
            </a:xfrm>
            <a:prstGeom prst="ellipse">
              <a:avLst/>
            </a:prstGeom>
            <a:solidFill>
              <a:srgbClr val="FF0000">
                <a:alpha val="8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11">
              <a:extLst>
                <a:ext uri="{FF2B5EF4-FFF2-40B4-BE49-F238E27FC236}">
                  <a16:creationId xmlns:a16="http://schemas.microsoft.com/office/drawing/2014/main" id="{894366DA-F630-8C44-312C-14D2CF57BC3D}"/>
                </a:ext>
              </a:extLst>
            </p:cNvPr>
            <p:cNvSpPr/>
            <p:nvPr/>
          </p:nvSpPr>
          <p:spPr>
            <a:xfrm>
              <a:off x="899904" y="5254947"/>
              <a:ext cx="193430" cy="193430"/>
            </a:xfrm>
            <a:prstGeom prst="ellipse">
              <a:avLst/>
            </a:prstGeom>
            <a:solidFill>
              <a:srgbClr val="00D900">
                <a:alpha val="8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9B836DD-A50E-E1A2-F344-DC0602DBA29F}"/>
              </a:ext>
            </a:extLst>
          </p:cNvPr>
          <p:cNvGrpSpPr/>
          <p:nvPr/>
        </p:nvGrpSpPr>
        <p:grpSpPr>
          <a:xfrm>
            <a:off x="2536959" y="3840832"/>
            <a:ext cx="237868" cy="118934"/>
            <a:chOff x="1674746" y="5254947"/>
            <a:chExt cx="386860" cy="193430"/>
          </a:xfrm>
        </p:grpSpPr>
        <p:sp>
          <p:nvSpPr>
            <p:cNvPr id="38" name="Rectangle 12">
              <a:extLst>
                <a:ext uri="{FF2B5EF4-FFF2-40B4-BE49-F238E27FC236}">
                  <a16:creationId xmlns:a16="http://schemas.microsoft.com/office/drawing/2014/main" id="{7B3B9D64-A726-96F7-9DA2-370E616540C5}"/>
                </a:ext>
              </a:extLst>
            </p:cNvPr>
            <p:cNvSpPr/>
            <p:nvPr/>
          </p:nvSpPr>
          <p:spPr>
            <a:xfrm>
              <a:off x="1868176" y="5254947"/>
              <a:ext cx="193430" cy="193430"/>
            </a:xfrm>
            <a:prstGeom prst="ellipse">
              <a:avLst/>
            </a:prstGeom>
            <a:solidFill>
              <a:srgbClr val="FF0000">
                <a:alpha val="12157"/>
              </a:srgb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D914BB17-F7F5-9047-3B29-C073BAC68B1F}"/>
                </a:ext>
              </a:extLst>
            </p:cNvPr>
            <p:cNvSpPr/>
            <p:nvPr/>
          </p:nvSpPr>
          <p:spPr>
            <a:xfrm>
              <a:off x="1674746" y="5254947"/>
              <a:ext cx="193430" cy="193430"/>
            </a:xfrm>
            <a:prstGeom prst="ellipse">
              <a:avLst/>
            </a:prstGeom>
            <a:solidFill>
              <a:srgbClr val="00FF00">
                <a:alpha val="12157"/>
              </a:srgb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19AAF217-D346-BFE7-E946-F66603BDE55D}"/>
              </a:ext>
            </a:extLst>
          </p:cNvPr>
          <p:cNvSpPr/>
          <p:nvPr/>
        </p:nvSpPr>
        <p:spPr>
          <a:xfrm>
            <a:off x="3073182" y="3840832"/>
            <a:ext cx="118934" cy="118934"/>
          </a:xfrm>
          <a:prstGeom prst="ellipse">
            <a:avLst/>
          </a:prstGeom>
          <a:pattFill prst="wdUpDiag">
            <a:fgClr>
              <a:srgbClr val="FFA9B8"/>
            </a:fgClr>
            <a:bgClr>
              <a:schemeClr val="bg1"/>
            </a:bgClr>
          </a:pattFill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15308E8-B993-E286-A8E2-18F0964AB363}"/>
              </a:ext>
            </a:extLst>
          </p:cNvPr>
          <p:cNvSpPr/>
          <p:nvPr/>
        </p:nvSpPr>
        <p:spPr>
          <a:xfrm>
            <a:off x="2954248" y="3840832"/>
            <a:ext cx="118934" cy="118934"/>
          </a:xfrm>
          <a:prstGeom prst="ellipse">
            <a:avLst/>
          </a:prstGeom>
          <a:pattFill prst="wdUpDiag">
            <a:fgClr>
              <a:srgbClr val="AFFEBD"/>
            </a:fgClr>
            <a:bgClr>
              <a:schemeClr val="bg1"/>
            </a:bgClr>
          </a:pattFill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5C92C6F-ADB5-7F9C-D36B-D1C46E67AE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49063" y="4007123"/>
            <a:ext cx="213657" cy="10682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D223955-980D-99AF-666C-216FCACE63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66354" y="4007123"/>
            <a:ext cx="213657" cy="106828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85663AE6-25DD-9506-A065-E5D042446703}"/>
              </a:ext>
            </a:extLst>
          </p:cNvPr>
          <p:cNvGrpSpPr/>
          <p:nvPr/>
        </p:nvGrpSpPr>
        <p:grpSpPr>
          <a:xfrm>
            <a:off x="3450417" y="3884433"/>
            <a:ext cx="759275" cy="118934"/>
            <a:chOff x="3353949" y="5254947"/>
            <a:chExt cx="1234857" cy="19343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2ACD059-C63A-253A-F3B0-B558B6A83AB0}"/>
                </a:ext>
              </a:extLst>
            </p:cNvPr>
            <p:cNvSpPr/>
            <p:nvPr/>
          </p:nvSpPr>
          <p:spPr>
            <a:xfrm>
              <a:off x="3353949" y="5254947"/>
              <a:ext cx="193430" cy="19343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2681A190-ADAC-8941-CB59-B03EDF44D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3639241" y="5254947"/>
              <a:ext cx="949565" cy="193430"/>
            </a:xfrm>
            <a:prstGeom prst="rect">
              <a:avLst/>
            </a:prstGeom>
          </p:spPr>
        </p:pic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18BAE423-21E5-8C18-E072-AB9838F4F0D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4472"/>
          <a:stretch>
            <a:fillRect/>
          </a:stretch>
        </p:blipFill>
        <p:spPr>
          <a:xfrm>
            <a:off x="1949536" y="4007123"/>
            <a:ext cx="128222" cy="10682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1858031-E74F-AA77-D028-EAD8207D6B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0596" y="4007123"/>
            <a:ext cx="216442" cy="108221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E116AB78-0D5E-6B5D-422A-F9DBB4B2D5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10800000">
            <a:off x="1679504" y="955201"/>
            <a:ext cx="2831053" cy="283827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DFB1C36-2DD4-AAC0-9987-35F34ED59E1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845595" y="3859965"/>
            <a:ext cx="207883" cy="101206"/>
          </a:xfrm>
          <a:prstGeom prst="rect">
            <a:avLst/>
          </a:prstGeom>
        </p:spPr>
      </p:pic>
      <p:pic>
        <p:nvPicPr>
          <p:cNvPr id="56" name="Picture 136">
            <a:extLst>
              <a:ext uri="{FF2B5EF4-FFF2-40B4-BE49-F238E27FC236}">
                <a16:creationId xmlns:a16="http://schemas.microsoft.com/office/drawing/2014/main" id="{8FD28014-B3B2-F65A-8392-18E99C5FA6B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7782809" y="1402278"/>
            <a:ext cx="3075630" cy="1931720"/>
          </a:xfrm>
          <a:prstGeom prst="rect">
            <a:avLst/>
          </a:prstGeom>
        </p:spPr>
      </p:pic>
      <p:pic>
        <p:nvPicPr>
          <p:cNvPr id="93" name="Picture 8">
            <a:extLst>
              <a:ext uri="{FF2B5EF4-FFF2-40B4-BE49-F238E27FC236}">
                <a16:creationId xmlns:a16="http://schemas.microsoft.com/office/drawing/2014/main" id="{AD0923BD-9947-DEED-C819-56BC2A2DCB1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818843" y="1736236"/>
            <a:ext cx="2615922" cy="1263804"/>
          </a:xfrm>
          <a:prstGeom prst="rect">
            <a:avLst/>
          </a:prstGeom>
        </p:spPr>
      </p:pic>
      <p:pic>
        <p:nvPicPr>
          <p:cNvPr id="94" name="Picture 14">
            <a:extLst>
              <a:ext uri="{FF2B5EF4-FFF2-40B4-BE49-F238E27FC236}">
                <a16:creationId xmlns:a16="http://schemas.microsoft.com/office/drawing/2014/main" id="{824414B5-10BE-DF1C-484F-0F5BCE2301D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2930386" y="4489862"/>
            <a:ext cx="2419804" cy="1078212"/>
          </a:xfrm>
          <a:prstGeom prst="rect">
            <a:avLst/>
          </a:prstGeom>
        </p:spPr>
      </p:pic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9F63EE5-A707-A85A-6417-9F6C2363A7E1}"/>
              </a:ext>
            </a:extLst>
          </p:cNvPr>
          <p:cNvGrpSpPr/>
          <p:nvPr/>
        </p:nvGrpSpPr>
        <p:grpSpPr>
          <a:xfrm>
            <a:off x="5562667" y="4113952"/>
            <a:ext cx="5295772" cy="1859286"/>
            <a:chOff x="6108812" y="4164569"/>
            <a:chExt cx="6173365" cy="2167399"/>
          </a:xfrm>
        </p:grpSpPr>
        <p:pic>
          <p:nvPicPr>
            <p:cNvPr id="95" name="Picture 15">
              <a:extLst>
                <a:ext uri="{FF2B5EF4-FFF2-40B4-BE49-F238E27FC236}">
                  <a16:creationId xmlns:a16="http://schemas.microsoft.com/office/drawing/2014/main" id="{709933C2-88DF-6056-5830-4B9C2242E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6108812" y="4369881"/>
              <a:ext cx="2983174" cy="1962087"/>
            </a:xfrm>
            <a:prstGeom prst="rect">
              <a:avLst/>
            </a:prstGeom>
          </p:spPr>
        </p:pic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62BC4D2E-E989-8417-126E-619F3D43B897}"/>
                </a:ext>
              </a:extLst>
            </p:cNvPr>
            <p:cNvGrpSpPr/>
            <p:nvPr/>
          </p:nvGrpSpPr>
          <p:grpSpPr>
            <a:xfrm>
              <a:off x="9350287" y="4164569"/>
              <a:ext cx="2931890" cy="1518956"/>
              <a:chOff x="4995602" y="3429000"/>
              <a:chExt cx="4086799" cy="2091724"/>
            </a:xfrm>
          </p:grpSpPr>
          <p:pic>
            <p:nvPicPr>
              <p:cNvPr id="97" name="Picture 135">
                <a:extLst>
                  <a:ext uri="{FF2B5EF4-FFF2-40B4-BE49-F238E27FC236}">
                    <a16:creationId xmlns:a16="http://schemas.microsoft.com/office/drawing/2014/main" id="{B16E0F53-E60F-39D4-8FAD-409778F418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p:blipFill>
            <p:spPr>
              <a:xfrm>
                <a:off x="4995602" y="3429000"/>
                <a:ext cx="3993290" cy="2091724"/>
              </a:xfrm>
              <a:prstGeom prst="rect">
                <a:avLst/>
              </a:prstGeom>
            </p:spPr>
          </p:pic>
          <p:pic>
            <p:nvPicPr>
              <p:cNvPr id="98" name="Picture 97">
                <a:extLst>
                  <a:ext uri="{FF2B5EF4-FFF2-40B4-BE49-F238E27FC236}">
                    <a16:creationId xmlns:a16="http://schemas.microsoft.com/office/drawing/2014/main" id="{C10FAA42-505B-E8B0-DC66-C0B300DD87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885513" y="3837612"/>
                <a:ext cx="196888" cy="196888"/>
              </a:xfrm>
              <a:prstGeom prst="rect">
                <a:avLst/>
              </a:prstGeom>
            </p:spPr>
          </p:pic>
          <p:pic>
            <p:nvPicPr>
              <p:cNvPr id="99" name="Picture 98">
                <a:extLst>
                  <a:ext uri="{FF2B5EF4-FFF2-40B4-BE49-F238E27FC236}">
                    <a16:creationId xmlns:a16="http://schemas.microsoft.com/office/drawing/2014/main" id="{84B019C1-D452-FE67-DA80-F71F264DC7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885513" y="4981573"/>
                <a:ext cx="196888" cy="19688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54861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308C8DA-0C60-741A-BAC6-576BB5C0CBD6}"/>
              </a:ext>
            </a:extLst>
          </p:cNvPr>
          <p:cNvGrpSpPr/>
          <p:nvPr/>
        </p:nvGrpSpPr>
        <p:grpSpPr>
          <a:xfrm>
            <a:off x="1026174" y="432153"/>
            <a:ext cx="3970910" cy="2996847"/>
            <a:chOff x="136488" y="3688764"/>
            <a:chExt cx="3970910" cy="299684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CB7C006-1D7B-663D-0E19-5221490EE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404"/>
            <a:stretch>
              <a:fillRect/>
            </a:stretch>
          </p:blipFill>
          <p:spPr>
            <a:xfrm>
              <a:off x="136488" y="3925957"/>
              <a:ext cx="3970910" cy="275965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B05F822-23B2-0819-24FF-2DDFB8714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5470"/>
            <a:stretch>
              <a:fillRect/>
            </a:stretch>
          </p:blipFill>
          <p:spPr>
            <a:xfrm>
              <a:off x="136488" y="3708643"/>
              <a:ext cx="241863" cy="19740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41DD3F1-0BC3-5DEC-3C79-5E1752642670}"/>
                </a:ext>
              </a:extLst>
            </p:cNvPr>
            <p:cNvSpPr txBox="1"/>
            <p:nvPr/>
          </p:nvSpPr>
          <p:spPr>
            <a:xfrm>
              <a:off x="1237811" y="3688764"/>
              <a:ext cx="19778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Baskerville" panose="02020502070401020303" pitchFamily="18" charset="0"/>
                  <a:ea typeface="Baskerville" panose="02020502070401020303" pitchFamily="18" charset="0"/>
                </a:rPr>
                <a:t>Bare syndrome extraction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84963A9-D067-7215-85C7-D0AA4302D8A1}"/>
              </a:ext>
            </a:extLst>
          </p:cNvPr>
          <p:cNvGrpSpPr/>
          <p:nvPr/>
        </p:nvGrpSpPr>
        <p:grpSpPr>
          <a:xfrm>
            <a:off x="5206707" y="432153"/>
            <a:ext cx="3761287" cy="2996846"/>
            <a:chOff x="4215356" y="3688764"/>
            <a:chExt cx="3761287" cy="299684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C09689D-90B9-657C-28A6-B26C3873B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279" t="7404"/>
            <a:stretch>
              <a:fillRect/>
            </a:stretch>
          </p:blipFill>
          <p:spPr>
            <a:xfrm>
              <a:off x="4215356" y="3925955"/>
              <a:ext cx="3761287" cy="275965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F3878C9-D7F5-5420-066F-4CC076AD5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940" r="63390"/>
            <a:stretch>
              <a:fillRect/>
            </a:stretch>
          </p:blipFill>
          <p:spPr>
            <a:xfrm>
              <a:off x="4215356" y="3708642"/>
              <a:ext cx="260834" cy="19740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D40707A-C5B8-2898-6A23-0E5461745421}"/>
                </a:ext>
              </a:extLst>
            </p:cNvPr>
            <p:cNvSpPr txBox="1"/>
            <p:nvPr/>
          </p:nvSpPr>
          <p:spPr>
            <a:xfrm>
              <a:off x="4848831" y="3688764"/>
              <a:ext cx="26633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Baskerville" panose="02020502070401020303" pitchFamily="18" charset="0"/>
                  <a:ea typeface="Baskerville" panose="02020502070401020303" pitchFamily="18" charset="0"/>
                </a:rPr>
                <a:t>CSS-FT</a:t>
              </a:r>
              <a:r>
                <a:rPr lang="en-US" sz="1200" baseline="-25000" dirty="0">
                  <a:latin typeface="Baskerville" panose="02020502070401020303" pitchFamily="18" charset="0"/>
                  <a:ea typeface="Baskerville" panose="02020502070401020303" pitchFamily="18" charset="0"/>
                </a:rPr>
                <a:t>6</a:t>
              </a:r>
              <a:r>
                <a:rPr lang="en-US" sz="1200" dirty="0">
                  <a:latin typeface="Baskerville" panose="02020502070401020303" pitchFamily="18" charset="0"/>
                  <a:ea typeface="Baskerville" panose="02020502070401020303" pitchFamily="18" charset="0"/>
                </a:rPr>
                <a:t> syndrome extraction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EA7C89B-00E0-C045-BD0F-2FD58BFFC820}"/>
              </a:ext>
            </a:extLst>
          </p:cNvPr>
          <p:cNvGrpSpPr/>
          <p:nvPr/>
        </p:nvGrpSpPr>
        <p:grpSpPr>
          <a:xfrm>
            <a:off x="3326063" y="3409122"/>
            <a:ext cx="3761287" cy="2996847"/>
            <a:chOff x="8084601" y="3688764"/>
            <a:chExt cx="3761287" cy="299684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CCF9C68-A36A-4811-4E1F-853D8A901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5279" t="7404"/>
            <a:stretch>
              <a:fillRect/>
            </a:stretch>
          </p:blipFill>
          <p:spPr>
            <a:xfrm>
              <a:off x="8084601" y="3925955"/>
              <a:ext cx="3761287" cy="2759656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52E5E81-B655-D8E2-28EC-96F9C5EC1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3020" r="42878"/>
            <a:stretch>
              <a:fillRect/>
            </a:stretch>
          </p:blipFill>
          <p:spPr>
            <a:xfrm>
              <a:off x="8084601" y="3708642"/>
              <a:ext cx="234750" cy="197403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A7D0005-1366-5410-240B-276B7A776B0E}"/>
                </a:ext>
              </a:extLst>
            </p:cNvPr>
            <p:cNvSpPr txBox="1"/>
            <p:nvPr/>
          </p:nvSpPr>
          <p:spPr>
            <a:xfrm>
              <a:off x="9145267" y="3688764"/>
              <a:ext cx="19778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Baskerville" panose="02020502070401020303" pitchFamily="18" charset="0"/>
                  <a:ea typeface="Baskerville" panose="02020502070401020303" pitchFamily="18" charset="0"/>
                </a:rPr>
                <a:t>FT</a:t>
              </a:r>
              <a:r>
                <a:rPr lang="en-US" sz="1200" baseline="-25000" dirty="0">
                  <a:latin typeface="Baskerville" panose="02020502070401020303" pitchFamily="18" charset="0"/>
                  <a:ea typeface="Baskerville" panose="02020502070401020303" pitchFamily="18" charset="0"/>
                </a:rPr>
                <a:t>6 </a:t>
              </a:r>
              <a:r>
                <a:rPr lang="en-US" sz="1200" dirty="0">
                  <a:latin typeface="Baskerville" panose="02020502070401020303" pitchFamily="18" charset="0"/>
                  <a:ea typeface="Baskerville" panose="02020502070401020303" pitchFamily="18" charset="0"/>
                </a:rPr>
                <a:t>syndrome extraction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2252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91B8B-3691-C8A2-6170-21E7F846A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B6011BE-5073-C33B-DC99-DAE1B49C3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679" y="435195"/>
            <a:ext cx="3975398" cy="29837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9BA225-AF5B-906E-41E3-5EF04FBD19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86"/>
          <a:stretch>
            <a:fillRect/>
          </a:stretch>
        </p:blipFill>
        <p:spPr>
          <a:xfrm>
            <a:off x="5710524" y="438563"/>
            <a:ext cx="3761286" cy="29837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91B93C-229F-A79D-EB0C-A0F3E9F529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86"/>
          <a:stretch>
            <a:fillRect/>
          </a:stretch>
        </p:blipFill>
        <p:spPr>
          <a:xfrm>
            <a:off x="3829880" y="3429000"/>
            <a:ext cx="3761287" cy="29837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CFC9EA-B1EE-7165-28C3-1B2E87BF695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5470"/>
          <a:stretch>
            <a:fillRect/>
          </a:stretch>
        </p:blipFill>
        <p:spPr>
          <a:xfrm>
            <a:off x="1631656" y="435196"/>
            <a:ext cx="241863" cy="1974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74366E-7063-4853-8102-F324E6C00A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940" r="63390"/>
          <a:stretch>
            <a:fillRect/>
          </a:stretch>
        </p:blipFill>
        <p:spPr>
          <a:xfrm>
            <a:off x="5710524" y="435195"/>
            <a:ext cx="260834" cy="1974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27D31E-45BA-E814-8788-D373420604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3020" r="42878"/>
          <a:stretch>
            <a:fillRect/>
          </a:stretch>
        </p:blipFill>
        <p:spPr>
          <a:xfrm>
            <a:off x="3829880" y="3425634"/>
            <a:ext cx="234750" cy="19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157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25711</TotalTime>
  <Words>72</Words>
  <Application>Microsoft Macintosh PowerPoint</Application>
  <PresentationFormat>Widescreen</PresentationFormat>
  <Paragraphs>66</Paragraphs>
  <Slides>21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 Display</vt:lpstr>
      <vt:lpstr>Aptos</vt:lpstr>
      <vt:lpstr>Arial</vt:lpstr>
      <vt:lpstr>Baskerville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Lu</dc:creator>
  <cp:lastModifiedBy>Jonathan Lu</cp:lastModifiedBy>
  <cp:revision>41</cp:revision>
  <dcterms:created xsi:type="dcterms:W3CDTF">2025-05-30T21:21:52Z</dcterms:created>
  <dcterms:modified xsi:type="dcterms:W3CDTF">2026-03-10T19:29:20Z</dcterms:modified>
</cp:coreProperties>
</file>