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79CD-EE7F-1C6B-C060-F934ACBE4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B1D1E-DFAE-7577-A1E4-DE59F5E0F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EDC13-16CD-7388-1D34-1A6C1CE13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C6171-C3AB-A40D-C915-110C4A0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AEAA5-9FCB-1739-8C06-0014CE0D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81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0E469-5CEF-3C00-00B3-86FD2E9D6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F2842-B7A0-5D81-1498-3DE1F3B18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BFF59-BDBC-01B4-937A-E8243613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1261F-36FA-559C-E8B9-0A89CAC24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4EA8F-867B-376E-5B67-81BB5658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44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E4828-0B51-B52C-DD05-9F2CD1478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1BC4A-4A5B-66FC-1FF1-09BE03DB3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18BFB-1E0F-7FA7-E367-AF8BCFF6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81AEB-7F4D-5809-9AD5-8A581591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60623-7AE4-AD1C-AF8D-F008330B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69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1CFFA-2AC0-5B9F-3E3D-1A0A00351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5247F-2B5D-3A80-D243-ED096D4C30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E0AAB-4B5D-32F7-4438-0D4D4D640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D3575-05CC-55CB-88C5-2FC7CE56B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6/4/25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E072E-7B99-5FD2-63BB-4DBF061E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A91CE-27A2-62A0-7491-4D772557F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94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45C45-4770-3D48-789E-D875CDF41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66B16-D930-6572-0992-BC9B80B0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F9C4C-89EB-8F81-9613-0144AE1DC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CD6CCD-51FA-DF1C-413C-1A8B85737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D940A2-E03B-FEA2-579A-F4DE4E14FF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4DDD46-EC42-A02F-3DA3-B7A9862FA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6/4/25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4232A2-DEF8-2BA8-4C10-097E49E00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58EDE7-A0A5-2293-D7BA-4825211D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17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BC2E-71BE-B149-B934-62EE9687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C2C52A-768A-0DAC-85A3-1E006DCB5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6/4/25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9489EB-2FA0-DECA-B131-6CBCDA84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1E347-3E85-9C77-D6E3-275892FD0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62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35F59E-5DBE-88DB-32A5-2F59112A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6/4/25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BD949-9A6C-F67D-C651-5536CC71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307BF-C07D-B19B-C5AB-1C9B2FD00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02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09093-E4BD-8CCC-77B2-CD03E4B0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72882-4F77-BF21-A3D7-FF2F610B2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9E2A7-0DCA-7C93-FECF-D112010D3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B162C-BA56-7CE4-4006-6C9983C5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6/4/25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62A15-04A3-19BE-D6E4-3EE5E6D77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6F6A5-82B6-61BD-78D7-14A2BEC0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33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4BEA-B8CF-A1AC-FFE6-28F592CB4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743BC0-C755-4BB1-7206-F06CC3A45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87093-4BCA-4E24-3115-1CADA4B9F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58E2B-67BF-03CE-1224-6DABD89D8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6/4/25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2AD06-0648-0AA3-DC4A-172063093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BB0F6-CFBF-A8D4-AF83-918B80A0F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31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5B81C-325A-352C-9EA5-A757B8E53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C18A7B-E0CE-6CCB-5C66-4C28F5ACF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180E3-0A9F-35D4-D1AD-1AB59A2B6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4F5CE-4D62-D52A-1C66-0316640A7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46B04-FAD8-0F9C-5BB7-F973AC9B3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0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AB961F-CE1B-5523-B63A-C480B145F7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BC743-91AA-A012-D860-EA71FC192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F09C7-63D1-FE0A-AD62-F22A1A7BF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29EF1-371B-CCAD-4086-7E2437370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3C3-8D37-28CD-0E5C-63966D48A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1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89DDCC-220F-7502-E94E-93A483029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80139-18BC-7095-EC53-E925A31C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F2499-0C2A-B928-ACEC-D36276CE48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AF23B-B53D-0141-A9A9-2E13110B7F32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FAABC-BDE4-2EF6-C6E6-8E90F1769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6C80-D7A5-42F9-6FE3-A083E73AA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07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2B4FD4-CC2C-9CA1-AF4C-247FF8A157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58" t="10070" r="13158" b="10070"/>
          <a:stretch/>
        </p:blipFill>
        <p:spPr>
          <a:xfrm>
            <a:off x="3187715" y="1488734"/>
            <a:ext cx="5816570" cy="388053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8FD9A6B-5EF0-2477-3A92-F4F0B7F836B5}"/>
              </a:ext>
            </a:extLst>
          </p:cNvPr>
          <p:cNvSpPr/>
          <p:nvPr/>
        </p:nvSpPr>
        <p:spPr>
          <a:xfrm>
            <a:off x="3217943" y="4972523"/>
            <a:ext cx="324952" cy="3249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FBA8C3-3229-C639-637C-D6412100E082}"/>
              </a:ext>
            </a:extLst>
          </p:cNvPr>
          <p:cNvSpPr/>
          <p:nvPr/>
        </p:nvSpPr>
        <p:spPr>
          <a:xfrm>
            <a:off x="4005134" y="4972523"/>
            <a:ext cx="324952" cy="3249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B0A1982-5B1A-9DED-C468-1CB90FF94D15}"/>
              </a:ext>
            </a:extLst>
          </p:cNvPr>
          <p:cNvSpPr/>
          <p:nvPr/>
        </p:nvSpPr>
        <p:spPr>
          <a:xfrm>
            <a:off x="3217943" y="4484465"/>
            <a:ext cx="324952" cy="3249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59E77A-3938-BA20-EB5B-4DC0EA60B60F}"/>
              </a:ext>
            </a:extLst>
          </p:cNvPr>
          <p:cNvSpPr/>
          <p:nvPr/>
        </p:nvSpPr>
        <p:spPr>
          <a:xfrm>
            <a:off x="4005134" y="2959205"/>
            <a:ext cx="324952" cy="3249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C1E468-D612-35A8-9A05-50AF9868336B}"/>
              </a:ext>
            </a:extLst>
          </p:cNvPr>
          <p:cNvSpPr/>
          <p:nvPr/>
        </p:nvSpPr>
        <p:spPr>
          <a:xfrm>
            <a:off x="7104774" y="3973106"/>
            <a:ext cx="324952" cy="32495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85DEB75-F407-0AEC-EE43-6C47B5A90E81}"/>
              </a:ext>
            </a:extLst>
          </p:cNvPr>
          <p:cNvSpPr/>
          <p:nvPr/>
        </p:nvSpPr>
        <p:spPr>
          <a:xfrm>
            <a:off x="7876850" y="3472453"/>
            <a:ext cx="324952" cy="32495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46B9A3-57A8-17C4-BCF3-AE4D65176E57}"/>
              </a:ext>
            </a:extLst>
          </p:cNvPr>
          <p:cNvSpPr/>
          <p:nvPr/>
        </p:nvSpPr>
        <p:spPr>
          <a:xfrm>
            <a:off x="4743024" y="4972523"/>
            <a:ext cx="324952" cy="3249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4EFD2-5CD6-72E4-C616-9C6D4A2286B6}"/>
              </a:ext>
            </a:extLst>
          </p:cNvPr>
          <p:cNvSpPr/>
          <p:nvPr/>
        </p:nvSpPr>
        <p:spPr>
          <a:xfrm>
            <a:off x="5557022" y="4972523"/>
            <a:ext cx="324952" cy="3249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F00CA0E-8C59-4388-020A-DEF9221E8F6C}"/>
              </a:ext>
            </a:extLst>
          </p:cNvPr>
          <p:cNvSpPr/>
          <p:nvPr/>
        </p:nvSpPr>
        <p:spPr>
          <a:xfrm>
            <a:off x="4743024" y="4484465"/>
            <a:ext cx="324952" cy="3249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788A54D-2B18-8B8E-4DA4-DC1807FA6ADA}"/>
              </a:ext>
            </a:extLst>
          </p:cNvPr>
          <p:cNvSpPr/>
          <p:nvPr/>
        </p:nvSpPr>
        <p:spPr>
          <a:xfrm>
            <a:off x="5557022" y="2959205"/>
            <a:ext cx="324952" cy="3249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BCCB05D-D2B1-8161-4F71-7E586ECBF111}"/>
              </a:ext>
            </a:extLst>
          </p:cNvPr>
          <p:cNvSpPr/>
          <p:nvPr/>
        </p:nvSpPr>
        <p:spPr>
          <a:xfrm>
            <a:off x="5557022" y="3973106"/>
            <a:ext cx="324952" cy="32495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517560C-F74F-9EF0-C7E9-54283160D30F}"/>
              </a:ext>
            </a:extLst>
          </p:cNvPr>
          <p:cNvSpPr/>
          <p:nvPr/>
        </p:nvSpPr>
        <p:spPr>
          <a:xfrm>
            <a:off x="6329098" y="3472453"/>
            <a:ext cx="324952" cy="32495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035934D-9277-21B1-6A5B-2A6EFAFF01AF}"/>
              </a:ext>
            </a:extLst>
          </p:cNvPr>
          <p:cNvSpPr/>
          <p:nvPr/>
        </p:nvSpPr>
        <p:spPr>
          <a:xfrm>
            <a:off x="9099828" y="1736226"/>
            <a:ext cx="324952" cy="3249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AC334B-B030-E58E-64F6-C3E40EDE0E5E}"/>
              </a:ext>
            </a:extLst>
          </p:cNvPr>
          <p:cNvSpPr/>
          <p:nvPr/>
        </p:nvSpPr>
        <p:spPr>
          <a:xfrm>
            <a:off x="9099828" y="2318117"/>
            <a:ext cx="324952" cy="3249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9401FFA-FE7B-AD3D-762D-47E82234F59E}"/>
              </a:ext>
            </a:extLst>
          </p:cNvPr>
          <p:cNvSpPr/>
          <p:nvPr/>
        </p:nvSpPr>
        <p:spPr>
          <a:xfrm>
            <a:off x="9099828" y="2900008"/>
            <a:ext cx="324952" cy="32495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2D3C4BB-EBA4-AF2B-BAC6-A0ED4C479D0C}"/>
              </a:ext>
            </a:extLst>
          </p:cNvPr>
          <p:cNvSpPr/>
          <p:nvPr/>
        </p:nvSpPr>
        <p:spPr>
          <a:xfrm>
            <a:off x="9099828" y="3470565"/>
            <a:ext cx="324952" cy="32495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371DAB6-D258-3DBE-4695-A4833FB71A61}"/>
                  </a:ext>
                </a:extLst>
              </p:cNvPr>
              <p:cNvSpPr txBox="1"/>
              <p:nvPr/>
            </p:nvSpPr>
            <p:spPr>
              <a:xfrm>
                <a:off x="9520323" y="1683258"/>
                <a:ext cx="900631" cy="472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𝒵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(0,0)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371DAB6-D258-3DBE-4695-A4833FB71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0323" y="1683258"/>
                <a:ext cx="900631" cy="472373"/>
              </a:xfrm>
              <a:prstGeom prst="rect">
                <a:avLst/>
              </a:prstGeom>
              <a:blipFill>
                <a:blip r:embed="rId3"/>
                <a:stretch>
                  <a:fillRect l="-8333" r="-833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815ACE-ED74-D024-2E34-DAAA948DD4A5}"/>
                  </a:ext>
                </a:extLst>
              </p:cNvPr>
              <p:cNvSpPr txBox="1"/>
              <p:nvPr/>
            </p:nvSpPr>
            <p:spPr>
              <a:xfrm>
                <a:off x="9520323" y="2265149"/>
                <a:ext cx="936090" cy="472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𝒵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(2,0)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815ACE-ED74-D024-2E34-DAAA948DD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0323" y="2265149"/>
                <a:ext cx="936090" cy="472373"/>
              </a:xfrm>
              <a:prstGeom prst="rect">
                <a:avLst/>
              </a:prstGeom>
              <a:blipFill>
                <a:blip r:embed="rId4"/>
                <a:stretch>
                  <a:fillRect l="-6667" r="-533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8C50FE-3882-3D97-5F68-80BF370D3DD5}"/>
                  </a:ext>
                </a:extLst>
              </p:cNvPr>
              <p:cNvSpPr txBox="1"/>
              <p:nvPr/>
            </p:nvSpPr>
            <p:spPr>
              <a:xfrm>
                <a:off x="9520323" y="2826297"/>
                <a:ext cx="936089" cy="472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𝒳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(0,0)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8C50FE-3882-3D97-5F68-80BF370D3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0323" y="2826297"/>
                <a:ext cx="936089" cy="472373"/>
              </a:xfrm>
              <a:prstGeom prst="rect">
                <a:avLst/>
              </a:prstGeom>
              <a:blipFill>
                <a:blip r:embed="rId5"/>
                <a:stretch>
                  <a:fillRect l="-8000" r="-6667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335DB9A-4E8B-62AE-A08F-1D0015581742}"/>
                  </a:ext>
                </a:extLst>
              </p:cNvPr>
              <p:cNvSpPr txBox="1"/>
              <p:nvPr/>
            </p:nvSpPr>
            <p:spPr>
              <a:xfrm>
                <a:off x="9555782" y="3396854"/>
                <a:ext cx="936089" cy="472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𝒳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(2,0)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335DB9A-4E8B-62AE-A08F-1D0015581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5782" y="3396854"/>
                <a:ext cx="936089" cy="472373"/>
              </a:xfrm>
              <a:prstGeom prst="rect">
                <a:avLst/>
              </a:prstGeom>
              <a:blipFill>
                <a:blip r:embed="rId6"/>
                <a:stretch>
                  <a:fillRect l="-9333" r="-6667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C7B67D4-9C5A-81C9-5D3D-6D0EF9F72AD7}"/>
              </a:ext>
            </a:extLst>
          </p:cNvPr>
          <p:cNvCxnSpPr/>
          <p:nvPr/>
        </p:nvCxnSpPr>
        <p:spPr>
          <a:xfrm>
            <a:off x="4167610" y="2826297"/>
            <a:ext cx="1551888" cy="0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5130021-82AD-33D9-7BEE-74DB64934666}"/>
              </a:ext>
            </a:extLst>
          </p:cNvPr>
          <p:cNvCxnSpPr/>
          <p:nvPr/>
        </p:nvCxnSpPr>
        <p:spPr>
          <a:xfrm>
            <a:off x="6491574" y="3298670"/>
            <a:ext cx="1551888" cy="0"/>
          </a:xfrm>
          <a:prstGeom prst="straightConnector1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408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Lu</dc:creator>
  <cp:lastModifiedBy>Jonathan Lu</cp:lastModifiedBy>
  <cp:revision>3</cp:revision>
  <dcterms:created xsi:type="dcterms:W3CDTF">2025-05-30T21:21:52Z</dcterms:created>
  <dcterms:modified xsi:type="dcterms:W3CDTF">2025-06-04T19:36:05Z</dcterms:modified>
</cp:coreProperties>
</file>